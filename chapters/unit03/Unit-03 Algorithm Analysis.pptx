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5"/>
  </p:notesMasterIdLst>
  <p:sldIdLst>
    <p:sldId id="256" r:id="rId2"/>
    <p:sldId id="257" r:id="rId3"/>
    <p:sldId id="260" r:id="rId4"/>
    <p:sldId id="262" r:id="rId5"/>
    <p:sldId id="265" r:id="rId6"/>
    <p:sldId id="266" r:id="rId7"/>
    <p:sldId id="259" r:id="rId8"/>
    <p:sldId id="270" r:id="rId9"/>
    <p:sldId id="271" r:id="rId10"/>
    <p:sldId id="280" r:id="rId11"/>
    <p:sldId id="304" r:id="rId12"/>
    <p:sldId id="272" r:id="rId13"/>
    <p:sldId id="275" r:id="rId14"/>
    <p:sldId id="276" r:id="rId15"/>
    <p:sldId id="269" r:id="rId16"/>
    <p:sldId id="267" r:id="rId17"/>
    <p:sldId id="278" r:id="rId18"/>
    <p:sldId id="279" r:id="rId19"/>
    <p:sldId id="264" r:id="rId20"/>
    <p:sldId id="281" r:id="rId21"/>
    <p:sldId id="283" r:id="rId22"/>
    <p:sldId id="284" r:id="rId23"/>
    <p:sldId id="285" r:id="rId24"/>
    <p:sldId id="286" r:id="rId25"/>
    <p:sldId id="287" r:id="rId26"/>
    <p:sldId id="288" r:id="rId27"/>
    <p:sldId id="289" r:id="rId28"/>
    <p:sldId id="290" r:id="rId29"/>
    <p:sldId id="291" r:id="rId30"/>
    <p:sldId id="292" r:id="rId31"/>
    <p:sldId id="293" r:id="rId32"/>
    <p:sldId id="294" r:id="rId33"/>
    <p:sldId id="295" r:id="rId34"/>
    <p:sldId id="298" r:id="rId35"/>
    <p:sldId id="296" r:id="rId36"/>
    <p:sldId id="258" r:id="rId37"/>
    <p:sldId id="282" r:id="rId38"/>
    <p:sldId id="299" r:id="rId39"/>
    <p:sldId id="300" r:id="rId40"/>
    <p:sldId id="301" r:id="rId41"/>
    <p:sldId id="302" r:id="rId42"/>
    <p:sldId id="303" r:id="rId43"/>
    <p:sldId id="306" r:id="rId44"/>
    <p:sldId id="308" r:id="rId45"/>
    <p:sldId id="309" r:id="rId46"/>
    <p:sldId id="311" r:id="rId47"/>
    <p:sldId id="315" r:id="rId48"/>
    <p:sldId id="314" r:id="rId49"/>
    <p:sldId id="312" r:id="rId50"/>
    <p:sldId id="313" r:id="rId51"/>
    <p:sldId id="317" r:id="rId52"/>
    <p:sldId id="320" r:id="rId53"/>
    <p:sldId id="318" r:id="rId54"/>
    <p:sldId id="322" r:id="rId55"/>
    <p:sldId id="323" r:id="rId56"/>
    <p:sldId id="324" r:id="rId57"/>
    <p:sldId id="325" r:id="rId58"/>
    <p:sldId id="326" r:id="rId59"/>
    <p:sldId id="327" r:id="rId60"/>
    <p:sldId id="328" r:id="rId61"/>
    <p:sldId id="330" r:id="rId62"/>
    <p:sldId id="331" r:id="rId63"/>
    <p:sldId id="333" r:id="rId64"/>
    <p:sldId id="334" r:id="rId65"/>
    <p:sldId id="335" r:id="rId66"/>
    <p:sldId id="336" r:id="rId67"/>
    <p:sldId id="337" r:id="rId68"/>
    <p:sldId id="338" r:id="rId69"/>
    <p:sldId id="339" r:id="rId70"/>
    <p:sldId id="340" r:id="rId71"/>
    <p:sldId id="341" r:id="rId72"/>
    <p:sldId id="342" r:id="rId73"/>
    <p:sldId id="343"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B89C4"/>
    <a:srgbClr val="3435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866"/>
    <p:restoredTop sz="94350"/>
  </p:normalViewPr>
  <p:slideViewPr>
    <p:cSldViewPr snapToGrid="0">
      <p:cViewPr varScale="1">
        <p:scale>
          <a:sx n="147" d="100"/>
          <a:sy n="147" d="100"/>
        </p:scale>
        <p:origin x="44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735D1C-2DAE-A844-AB28-6D356E73EE8D}" type="datetimeFigureOut">
              <a:rPr lang="en-US" smtClean="0"/>
              <a:t>3/11/26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8AF8E0-C54F-AA4C-9564-2FD33EE1C5D9}" type="slidenum">
              <a:rPr lang="en-US" smtClean="0"/>
              <a:t>‹#›</a:t>
            </a:fld>
            <a:endParaRPr lang="en-US"/>
          </a:p>
        </p:txBody>
      </p:sp>
    </p:spTree>
    <p:extLst>
      <p:ext uri="{BB962C8B-B14F-4D97-AF65-F5344CB8AC3E}">
        <p14:creationId xmlns:p14="http://schemas.microsoft.com/office/powerpoint/2010/main" val="2621331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8AF8E0-C54F-AA4C-9564-2FD33EE1C5D9}" type="slidenum">
              <a:rPr lang="en-US" smtClean="0"/>
              <a:t>1</a:t>
            </a:fld>
            <a:endParaRPr lang="en-US"/>
          </a:p>
        </p:txBody>
      </p:sp>
    </p:spTree>
    <p:extLst>
      <p:ext uri="{BB962C8B-B14F-4D97-AF65-F5344CB8AC3E}">
        <p14:creationId xmlns:p14="http://schemas.microsoft.com/office/powerpoint/2010/main" val="18934236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8AF8E0-C54F-AA4C-9564-2FD33EE1C5D9}" type="slidenum">
              <a:rPr lang="en-US" smtClean="0"/>
              <a:t>12</a:t>
            </a:fld>
            <a:endParaRPr lang="en-US"/>
          </a:p>
        </p:txBody>
      </p:sp>
    </p:spTree>
    <p:extLst>
      <p:ext uri="{BB962C8B-B14F-4D97-AF65-F5344CB8AC3E}">
        <p14:creationId xmlns:p14="http://schemas.microsoft.com/office/powerpoint/2010/main" val="20037693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8AF8E0-C54F-AA4C-9564-2FD33EE1C5D9}" type="slidenum">
              <a:rPr lang="en-US" smtClean="0"/>
              <a:t>58</a:t>
            </a:fld>
            <a:endParaRPr lang="en-US"/>
          </a:p>
        </p:txBody>
      </p:sp>
    </p:spTree>
    <p:extLst>
      <p:ext uri="{BB962C8B-B14F-4D97-AF65-F5344CB8AC3E}">
        <p14:creationId xmlns:p14="http://schemas.microsoft.com/office/powerpoint/2010/main" val="9551604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76257-958B-09D6-92F7-5B0310B8E4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0CB69D8-EB61-F9A8-5D1A-1F94741B9E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9E573C1-CC5F-0B20-19D7-E42F24682F61}"/>
              </a:ext>
            </a:extLst>
          </p:cNvPr>
          <p:cNvSpPr>
            <a:spLocks noGrp="1"/>
          </p:cNvSpPr>
          <p:nvPr>
            <p:ph type="dt" sz="half" idx="10"/>
          </p:nvPr>
        </p:nvSpPr>
        <p:spPr/>
        <p:txBody>
          <a:bodyPr/>
          <a:lstStyle/>
          <a:p>
            <a:fld id="{5FABD409-7894-914B-8B56-CBEFCA3FA783}" type="datetimeFigureOut">
              <a:rPr lang="en-US" smtClean="0"/>
              <a:t>3/11/26</a:t>
            </a:fld>
            <a:endParaRPr lang="en-US"/>
          </a:p>
        </p:txBody>
      </p:sp>
      <p:sp>
        <p:nvSpPr>
          <p:cNvPr id="5" name="Footer Placeholder 4">
            <a:extLst>
              <a:ext uri="{FF2B5EF4-FFF2-40B4-BE49-F238E27FC236}">
                <a16:creationId xmlns:a16="http://schemas.microsoft.com/office/drawing/2014/main" id="{2945A4A3-6948-F153-3318-377D94D70E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B17D5C-E654-81BE-EC72-D4253B501030}"/>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472933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21C2A-904F-BFB4-AF47-8225BDBC14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7645F5-62D0-0F7C-7C71-CE30089549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1ED2AA-D3CB-6A87-F6F4-742C557D4621}"/>
              </a:ext>
            </a:extLst>
          </p:cNvPr>
          <p:cNvSpPr>
            <a:spLocks noGrp="1"/>
          </p:cNvSpPr>
          <p:nvPr>
            <p:ph type="dt" sz="half" idx="10"/>
          </p:nvPr>
        </p:nvSpPr>
        <p:spPr/>
        <p:txBody>
          <a:bodyPr/>
          <a:lstStyle/>
          <a:p>
            <a:fld id="{5FABD409-7894-914B-8B56-CBEFCA3FA783}" type="datetimeFigureOut">
              <a:rPr lang="en-US" smtClean="0"/>
              <a:t>3/11/26</a:t>
            </a:fld>
            <a:endParaRPr lang="en-US"/>
          </a:p>
        </p:txBody>
      </p:sp>
      <p:sp>
        <p:nvSpPr>
          <p:cNvPr id="5" name="Footer Placeholder 4">
            <a:extLst>
              <a:ext uri="{FF2B5EF4-FFF2-40B4-BE49-F238E27FC236}">
                <a16:creationId xmlns:a16="http://schemas.microsoft.com/office/drawing/2014/main" id="{8EBBA9E1-EAA3-B453-5B8B-652839EACC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7FC1C9-53BA-938B-7D77-CAB8D9688DEB}"/>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25004473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BB4A2-72E8-94B2-0D40-76DCD8C5A4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EA2FA4D-2759-214F-7B15-F7D3CECC422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33F4A3E-16E9-9B32-F980-9BEE83C98C08}"/>
              </a:ext>
            </a:extLst>
          </p:cNvPr>
          <p:cNvSpPr>
            <a:spLocks noGrp="1"/>
          </p:cNvSpPr>
          <p:nvPr>
            <p:ph type="dt" sz="half" idx="10"/>
          </p:nvPr>
        </p:nvSpPr>
        <p:spPr/>
        <p:txBody>
          <a:bodyPr/>
          <a:lstStyle/>
          <a:p>
            <a:fld id="{5FABD409-7894-914B-8B56-CBEFCA3FA783}" type="datetimeFigureOut">
              <a:rPr lang="en-US" smtClean="0"/>
              <a:t>3/11/26</a:t>
            </a:fld>
            <a:endParaRPr lang="en-US"/>
          </a:p>
        </p:txBody>
      </p:sp>
      <p:sp>
        <p:nvSpPr>
          <p:cNvPr id="5" name="Footer Placeholder 4">
            <a:extLst>
              <a:ext uri="{FF2B5EF4-FFF2-40B4-BE49-F238E27FC236}">
                <a16:creationId xmlns:a16="http://schemas.microsoft.com/office/drawing/2014/main" id="{7F6C2826-3EB8-8571-8075-773114DBC7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ACEE87-4B22-4F89-0EED-CB2BFB2B6F9B}"/>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1409597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2A06D-3A94-9587-31F9-927848D5AA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FD2124-1628-6087-F974-BFC7A6A9CC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84D2039-E8F0-87D2-C366-1116E08EC9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A380AFC-7D20-8F02-3AA6-BA3103765FCB}"/>
              </a:ext>
            </a:extLst>
          </p:cNvPr>
          <p:cNvSpPr>
            <a:spLocks noGrp="1"/>
          </p:cNvSpPr>
          <p:nvPr>
            <p:ph type="dt" sz="half" idx="10"/>
          </p:nvPr>
        </p:nvSpPr>
        <p:spPr/>
        <p:txBody>
          <a:bodyPr/>
          <a:lstStyle/>
          <a:p>
            <a:fld id="{5FABD409-7894-914B-8B56-CBEFCA3FA783}" type="datetimeFigureOut">
              <a:rPr lang="en-US" smtClean="0"/>
              <a:t>3/11/26</a:t>
            </a:fld>
            <a:endParaRPr lang="en-US"/>
          </a:p>
        </p:txBody>
      </p:sp>
      <p:sp>
        <p:nvSpPr>
          <p:cNvPr id="6" name="Footer Placeholder 5">
            <a:extLst>
              <a:ext uri="{FF2B5EF4-FFF2-40B4-BE49-F238E27FC236}">
                <a16:creationId xmlns:a16="http://schemas.microsoft.com/office/drawing/2014/main" id="{F6D5B6E6-EE80-CD45-575B-FC3411EB4B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71D726-870A-E31F-7BE9-68A6B559EF47}"/>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454704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88248-201E-1071-490C-E2B0F03432E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AA88978-DF11-33E9-1476-F9EA8A0F87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D38A99-0E1F-72D2-C53C-B460A7A2FD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BDEB125-AAAB-196F-2350-8919EFFE0F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9DBE02-FA8F-0337-80CA-1B3A3BA26D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7E06BCB-093A-41AE-D8AE-FB27B505FB62}"/>
              </a:ext>
            </a:extLst>
          </p:cNvPr>
          <p:cNvSpPr>
            <a:spLocks noGrp="1"/>
          </p:cNvSpPr>
          <p:nvPr>
            <p:ph type="dt" sz="half" idx="10"/>
          </p:nvPr>
        </p:nvSpPr>
        <p:spPr/>
        <p:txBody>
          <a:bodyPr/>
          <a:lstStyle/>
          <a:p>
            <a:fld id="{5FABD409-7894-914B-8B56-CBEFCA3FA783}" type="datetimeFigureOut">
              <a:rPr lang="en-US" smtClean="0"/>
              <a:t>3/11/26</a:t>
            </a:fld>
            <a:endParaRPr lang="en-US"/>
          </a:p>
        </p:txBody>
      </p:sp>
      <p:sp>
        <p:nvSpPr>
          <p:cNvPr id="8" name="Footer Placeholder 7">
            <a:extLst>
              <a:ext uri="{FF2B5EF4-FFF2-40B4-BE49-F238E27FC236}">
                <a16:creationId xmlns:a16="http://schemas.microsoft.com/office/drawing/2014/main" id="{4E4B73D1-5555-1D92-5FD0-BC4AD4F8F91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DF417B4-3D69-508D-BF7B-2ECFF6F8F34A}"/>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1915879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F3093-AC16-170B-1304-22A6DAB64BF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A99E668-1077-D884-04D6-9966E1589BAC}"/>
              </a:ext>
            </a:extLst>
          </p:cNvPr>
          <p:cNvSpPr>
            <a:spLocks noGrp="1"/>
          </p:cNvSpPr>
          <p:nvPr>
            <p:ph type="dt" sz="half" idx="10"/>
          </p:nvPr>
        </p:nvSpPr>
        <p:spPr/>
        <p:txBody>
          <a:bodyPr/>
          <a:lstStyle/>
          <a:p>
            <a:fld id="{5FABD409-7894-914B-8B56-CBEFCA3FA783}" type="datetimeFigureOut">
              <a:rPr lang="en-US" smtClean="0"/>
              <a:t>3/11/26</a:t>
            </a:fld>
            <a:endParaRPr lang="en-US"/>
          </a:p>
        </p:txBody>
      </p:sp>
      <p:sp>
        <p:nvSpPr>
          <p:cNvPr id="4" name="Footer Placeholder 3">
            <a:extLst>
              <a:ext uri="{FF2B5EF4-FFF2-40B4-BE49-F238E27FC236}">
                <a16:creationId xmlns:a16="http://schemas.microsoft.com/office/drawing/2014/main" id="{61E0396F-41FD-2200-1696-26C4E6AC018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5B8B63-BC1B-A7AE-B6CC-F5772ACA91BE}"/>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935466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A44726-2BA3-55F8-0AC6-9D30DBE7F582}"/>
              </a:ext>
            </a:extLst>
          </p:cNvPr>
          <p:cNvSpPr>
            <a:spLocks noGrp="1"/>
          </p:cNvSpPr>
          <p:nvPr>
            <p:ph type="dt" sz="half" idx="10"/>
          </p:nvPr>
        </p:nvSpPr>
        <p:spPr/>
        <p:txBody>
          <a:bodyPr/>
          <a:lstStyle/>
          <a:p>
            <a:fld id="{5FABD409-7894-914B-8B56-CBEFCA3FA783}" type="datetimeFigureOut">
              <a:rPr lang="en-US" smtClean="0"/>
              <a:t>3/11/26</a:t>
            </a:fld>
            <a:endParaRPr lang="en-US"/>
          </a:p>
        </p:txBody>
      </p:sp>
      <p:sp>
        <p:nvSpPr>
          <p:cNvPr id="3" name="Footer Placeholder 2">
            <a:extLst>
              <a:ext uri="{FF2B5EF4-FFF2-40B4-BE49-F238E27FC236}">
                <a16:creationId xmlns:a16="http://schemas.microsoft.com/office/drawing/2014/main" id="{F2D660CA-9103-B6B8-F1D1-3B6BF891352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5816655-419F-7504-3B29-E35A841B92CA}"/>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2185992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5877F-AC36-8E35-4BE0-FD9F07582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B48E8E-19CC-FE91-8EB8-5C6522CFE3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48FD99-AC54-EF58-38DC-685D17EE54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77FE06-565E-0B54-17B9-C2347ABBDC81}"/>
              </a:ext>
            </a:extLst>
          </p:cNvPr>
          <p:cNvSpPr>
            <a:spLocks noGrp="1"/>
          </p:cNvSpPr>
          <p:nvPr>
            <p:ph type="dt" sz="half" idx="10"/>
          </p:nvPr>
        </p:nvSpPr>
        <p:spPr/>
        <p:txBody>
          <a:bodyPr/>
          <a:lstStyle/>
          <a:p>
            <a:fld id="{5FABD409-7894-914B-8B56-CBEFCA3FA783}" type="datetimeFigureOut">
              <a:rPr lang="en-US" smtClean="0"/>
              <a:t>3/11/26</a:t>
            </a:fld>
            <a:endParaRPr lang="en-US"/>
          </a:p>
        </p:txBody>
      </p:sp>
      <p:sp>
        <p:nvSpPr>
          <p:cNvPr id="6" name="Footer Placeholder 5">
            <a:extLst>
              <a:ext uri="{FF2B5EF4-FFF2-40B4-BE49-F238E27FC236}">
                <a16:creationId xmlns:a16="http://schemas.microsoft.com/office/drawing/2014/main" id="{30E50E3F-AD08-9417-121D-D3416D6A50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0ACD8C-7008-0A11-6165-AED7670492CF}"/>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161304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0780B-49AA-3089-8278-C4E57A9F18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109CF7-752F-4095-BE92-E00EEA8FAB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0428BCA-DB5F-6B57-92BA-4981C4D1FE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D84446-CE70-3231-1445-DB3A29FCF22D}"/>
              </a:ext>
            </a:extLst>
          </p:cNvPr>
          <p:cNvSpPr>
            <a:spLocks noGrp="1"/>
          </p:cNvSpPr>
          <p:nvPr>
            <p:ph type="dt" sz="half" idx="10"/>
          </p:nvPr>
        </p:nvSpPr>
        <p:spPr/>
        <p:txBody>
          <a:bodyPr/>
          <a:lstStyle/>
          <a:p>
            <a:fld id="{5FABD409-7894-914B-8B56-CBEFCA3FA783}" type="datetimeFigureOut">
              <a:rPr lang="en-US" smtClean="0"/>
              <a:t>3/11/26</a:t>
            </a:fld>
            <a:endParaRPr lang="en-US"/>
          </a:p>
        </p:txBody>
      </p:sp>
      <p:sp>
        <p:nvSpPr>
          <p:cNvPr id="6" name="Footer Placeholder 5">
            <a:extLst>
              <a:ext uri="{FF2B5EF4-FFF2-40B4-BE49-F238E27FC236}">
                <a16:creationId xmlns:a16="http://schemas.microsoft.com/office/drawing/2014/main" id="{12DD26CD-E88D-0741-149E-3349634769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B4273E-225F-8B5C-0845-68E63BC32676}"/>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708806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DDFCF-812F-3892-08F6-D30690D39D7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312774-DB26-BAE7-8990-1713463290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40DB4A-BD60-EC40-DE4F-66B96A97D82D}"/>
              </a:ext>
            </a:extLst>
          </p:cNvPr>
          <p:cNvSpPr>
            <a:spLocks noGrp="1"/>
          </p:cNvSpPr>
          <p:nvPr>
            <p:ph type="dt" sz="half" idx="10"/>
          </p:nvPr>
        </p:nvSpPr>
        <p:spPr/>
        <p:txBody>
          <a:bodyPr/>
          <a:lstStyle/>
          <a:p>
            <a:fld id="{5FABD409-7894-914B-8B56-CBEFCA3FA783}" type="datetimeFigureOut">
              <a:rPr lang="en-US" smtClean="0"/>
              <a:t>3/11/26</a:t>
            </a:fld>
            <a:endParaRPr lang="en-US"/>
          </a:p>
        </p:txBody>
      </p:sp>
      <p:sp>
        <p:nvSpPr>
          <p:cNvPr id="5" name="Footer Placeholder 4">
            <a:extLst>
              <a:ext uri="{FF2B5EF4-FFF2-40B4-BE49-F238E27FC236}">
                <a16:creationId xmlns:a16="http://schemas.microsoft.com/office/drawing/2014/main" id="{51271122-CEF0-6CE1-D304-347F6FC9CD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71BFB4-DF8B-2FF4-59E7-DA7875D50502}"/>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4260773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A505B1-2185-FE8C-6683-8010CE9CA4F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CDFD91-1410-7EAE-CD08-F36286AAE4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F0B78F-B99D-2CAE-DE86-4A87A3C44CC8}"/>
              </a:ext>
            </a:extLst>
          </p:cNvPr>
          <p:cNvSpPr>
            <a:spLocks noGrp="1"/>
          </p:cNvSpPr>
          <p:nvPr>
            <p:ph type="dt" sz="half" idx="10"/>
          </p:nvPr>
        </p:nvSpPr>
        <p:spPr/>
        <p:txBody>
          <a:bodyPr/>
          <a:lstStyle/>
          <a:p>
            <a:fld id="{5FABD409-7894-914B-8B56-CBEFCA3FA783}" type="datetimeFigureOut">
              <a:rPr lang="en-US" smtClean="0"/>
              <a:t>3/11/26</a:t>
            </a:fld>
            <a:endParaRPr lang="en-US"/>
          </a:p>
        </p:txBody>
      </p:sp>
      <p:sp>
        <p:nvSpPr>
          <p:cNvPr id="5" name="Footer Placeholder 4">
            <a:extLst>
              <a:ext uri="{FF2B5EF4-FFF2-40B4-BE49-F238E27FC236}">
                <a16:creationId xmlns:a16="http://schemas.microsoft.com/office/drawing/2014/main" id="{ED420540-874A-9F7F-A083-57DC2D85D8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70CACF-7BAD-4BE5-E54B-C0344BED898D}"/>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613851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DCD04D-E994-0BCB-BE4C-C4CC95F508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340DE37-3E3C-A2A2-66FC-5D147A979C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DEBDE9-86C6-6702-4539-53AD87CF29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ABD409-7894-914B-8B56-CBEFCA3FA783}" type="datetimeFigureOut">
              <a:rPr lang="en-US" smtClean="0"/>
              <a:t>3/11/26</a:t>
            </a:fld>
            <a:endParaRPr lang="en-US"/>
          </a:p>
        </p:txBody>
      </p:sp>
      <p:sp>
        <p:nvSpPr>
          <p:cNvPr id="5" name="Footer Placeholder 4">
            <a:extLst>
              <a:ext uri="{FF2B5EF4-FFF2-40B4-BE49-F238E27FC236}">
                <a16:creationId xmlns:a16="http://schemas.microsoft.com/office/drawing/2014/main" id="{980A18CB-38A8-D83F-9344-AAEEE77D9F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50B643C-D221-1074-2881-456D09D9C5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07B0DCE-EB0D-B345-B55B-5E162699D54F}" type="slidenum">
              <a:rPr lang="en-US" smtClean="0"/>
              <a:t>‹#›</a:t>
            </a:fld>
            <a:endParaRPr lang="en-US"/>
          </a:p>
        </p:txBody>
      </p:sp>
    </p:spTree>
    <p:extLst>
      <p:ext uri="{BB962C8B-B14F-4D97-AF65-F5344CB8AC3E}">
        <p14:creationId xmlns:p14="http://schemas.microsoft.com/office/powerpoint/2010/main" val="4074474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0.png"/><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2.png"/><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6.png"/><Relationship Id="rId1" Type="http://schemas.openxmlformats.org/officeDocument/2006/relationships/slideLayout" Target="../slideLayouts/slideLayout1.xml"/><Relationship Id="rId5" Type="http://schemas.openxmlformats.org/officeDocument/2006/relationships/hyperlink" Target="https://www.youtube.com/watch?v=WprjBK0p6rw&amp;t=69s" TargetMode="External"/><Relationship Id="rId4" Type="http://schemas.openxmlformats.org/officeDocument/2006/relationships/hyperlink" Target="https://www.youtube.com/watch?v=Hoixgm4-P4M"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hyperlink" Target="https://miro.medium.com/v2/resize:fit:898/1*0OJ3eF9eO3FlPl5A_RtCSw.png" TargetMode="External"/><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hyperlink" Target="https://miro.medium.com/v2/resize:fit:898/1*0OJ3eF9eO3FlPl5A_RtCSw.png" TargetMode="Externa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hyperlink" Target="https://miro.medium.com/v2/resize:fit:898/1*0OJ3eF9eO3FlPl5A_RtCSw.png" TargetMode="Externa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8" Type="http://schemas.microsoft.com/office/2007/relationships/hdphoto" Target="../media/hdphoto9.wdp"/><Relationship Id="rId3" Type="http://schemas.microsoft.com/office/2007/relationships/hdphoto" Target="../media/hdphoto5.wdp"/><Relationship Id="rId7" Type="http://schemas.microsoft.com/office/2007/relationships/hdphoto" Target="../media/hdphoto8.wdp"/><Relationship Id="rId2" Type="http://schemas.openxmlformats.org/officeDocument/2006/relationships/image" Target="../media/image36.png"/><Relationship Id="rId1" Type="http://schemas.openxmlformats.org/officeDocument/2006/relationships/slideLayout" Target="../slideLayouts/slideLayout1.xml"/><Relationship Id="rId6" Type="http://schemas.microsoft.com/office/2007/relationships/hdphoto" Target="../media/hdphoto7.wdp"/><Relationship Id="rId5" Type="http://schemas.microsoft.com/office/2007/relationships/hdphoto" Target="../media/hdphoto6.wdp"/><Relationship Id="rId4" Type="http://schemas.openxmlformats.org/officeDocument/2006/relationships/image" Target="../media/image37.png"/><Relationship Id="rId9" Type="http://schemas.microsoft.com/office/2007/relationships/hdphoto" Target="../media/hdphoto10.wdp"/></Relationships>
</file>

<file path=ppt/slides/_rels/slide70.xml.rels><?xml version="1.0" encoding="UTF-8" standalone="yes"?>
<Relationships xmlns="http://schemas.openxmlformats.org/package/2006/relationships"><Relationship Id="rId8" Type="http://schemas.microsoft.com/office/2007/relationships/hdphoto" Target="../media/hdphoto14.wdp"/><Relationship Id="rId13" Type="http://schemas.openxmlformats.org/officeDocument/2006/relationships/image" Target="../media/image40.svg"/><Relationship Id="rId3" Type="http://schemas.microsoft.com/office/2007/relationships/hdphoto" Target="../media/hdphoto5.wdp"/><Relationship Id="rId7" Type="http://schemas.microsoft.com/office/2007/relationships/hdphoto" Target="../media/hdphoto13.wdp"/><Relationship Id="rId12" Type="http://schemas.openxmlformats.org/officeDocument/2006/relationships/image" Target="../media/image39.svg"/><Relationship Id="rId2" Type="http://schemas.openxmlformats.org/officeDocument/2006/relationships/image" Target="../media/image36.png"/><Relationship Id="rId1" Type="http://schemas.openxmlformats.org/officeDocument/2006/relationships/slideLayout" Target="../slideLayouts/slideLayout1.xml"/><Relationship Id="rId6" Type="http://schemas.microsoft.com/office/2007/relationships/hdphoto" Target="../media/hdphoto12.wdp"/><Relationship Id="rId11" Type="http://schemas.openxmlformats.org/officeDocument/2006/relationships/image" Target="../media/image38.svg"/><Relationship Id="rId5" Type="http://schemas.microsoft.com/office/2007/relationships/hdphoto" Target="../media/hdphoto11.wdp"/><Relationship Id="rId10" Type="http://schemas.microsoft.com/office/2007/relationships/hdphoto" Target="../media/hdphoto16.wdp"/><Relationship Id="rId4" Type="http://schemas.openxmlformats.org/officeDocument/2006/relationships/image" Target="../media/image37.png"/><Relationship Id="rId9" Type="http://schemas.microsoft.com/office/2007/relationships/hdphoto" Target="../media/hdphoto15.wdp"/></Relationships>
</file>

<file path=ppt/slides/_rels/slide71.xml.rels><?xml version="1.0" encoding="UTF-8" standalone="yes"?>
<Relationships xmlns="http://schemas.openxmlformats.org/package/2006/relationships"><Relationship Id="rId8" Type="http://schemas.microsoft.com/office/2007/relationships/hdphoto" Target="../media/hdphoto14.wdp"/><Relationship Id="rId3" Type="http://schemas.microsoft.com/office/2007/relationships/hdphoto" Target="../media/hdphoto5.wdp"/><Relationship Id="rId7" Type="http://schemas.microsoft.com/office/2007/relationships/hdphoto" Target="../media/hdphoto13.wdp"/><Relationship Id="rId12" Type="http://schemas.openxmlformats.org/officeDocument/2006/relationships/image" Target="../media/image42.svg"/><Relationship Id="rId2" Type="http://schemas.openxmlformats.org/officeDocument/2006/relationships/image" Target="../media/image36.png"/><Relationship Id="rId1" Type="http://schemas.openxmlformats.org/officeDocument/2006/relationships/slideLayout" Target="../slideLayouts/slideLayout1.xml"/><Relationship Id="rId6" Type="http://schemas.microsoft.com/office/2007/relationships/hdphoto" Target="../media/hdphoto12.wdp"/><Relationship Id="rId11" Type="http://schemas.openxmlformats.org/officeDocument/2006/relationships/image" Target="../media/image41.svg"/><Relationship Id="rId5" Type="http://schemas.microsoft.com/office/2007/relationships/hdphoto" Target="../media/hdphoto11.wdp"/><Relationship Id="rId10" Type="http://schemas.microsoft.com/office/2007/relationships/hdphoto" Target="../media/hdphoto16.wdp"/><Relationship Id="rId4" Type="http://schemas.openxmlformats.org/officeDocument/2006/relationships/image" Target="../media/image37.png"/><Relationship Id="rId9" Type="http://schemas.microsoft.com/office/2007/relationships/hdphoto" Target="../media/hdphoto15.wdp"/></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90E4-F9DC-82AF-75ED-0A354BC07D39}"/>
              </a:ext>
            </a:extLst>
          </p:cNvPr>
          <p:cNvSpPr>
            <a:spLocks noGrp="1"/>
          </p:cNvSpPr>
          <p:nvPr>
            <p:ph type="ctrTitle"/>
          </p:nvPr>
        </p:nvSpPr>
        <p:spPr/>
        <p:txBody>
          <a:bodyPr>
            <a:normAutofit/>
          </a:bodyPr>
          <a:lstStyle/>
          <a:p>
            <a:r>
              <a:rPr lang="en-US" sz="4800" dirty="0">
                <a:solidFill>
                  <a:srgbClr val="FFC000"/>
                </a:solidFill>
              </a:rPr>
              <a:t>Algorithm &amp; Analysis</a:t>
            </a:r>
            <a:br>
              <a:rPr lang="en-US" sz="4800" dirty="0">
                <a:solidFill>
                  <a:srgbClr val="FFC000"/>
                </a:solidFill>
              </a:rPr>
            </a:br>
            <a:r>
              <a:rPr lang="en-US" sz="2000" dirty="0">
                <a:solidFill>
                  <a:srgbClr val="FFC000"/>
                </a:solidFill>
              </a:rPr>
              <a:t>Sorting, Searching, Divide &amp; Conquer, Analysis</a:t>
            </a:r>
            <a:endParaRPr lang="en-US" sz="4800" dirty="0">
              <a:solidFill>
                <a:srgbClr val="FFC000"/>
              </a:solidFill>
            </a:endParaRPr>
          </a:p>
        </p:txBody>
      </p:sp>
      <p:sp>
        <p:nvSpPr>
          <p:cNvPr id="3" name="Subtitle 2">
            <a:extLst>
              <a:ext uri="{FF2B5EF4-FFF2-40B4-BE49-F238E27FC236}">
                <a16:creationId xmlns:a16="http://schemas.microsoft.com/office/drawing/2014/main" id="{B6DC56E5-B860-CE21-CA7A-DA4228912DE3}"/>
              </a:ext>
            </a:extLst>
          </p:cNvPr>
          <p:cNvSpPr>
            <a:spLocks noGrp="1"/>
          </p:cNvSpPr>
          <p:nvPr>
            <p:ph type="subTitle" idx="1"/>
          </p:nvPr>
        </p:nvSpPr>
        <p:spPr/>
        <p:txBody>
          <a:bodyPr/>
          <a:lstStyle/>
          <a:p>
            <a:r>
              <a:rPr lang="en-US" dirty="0">
                <a:solidFill>
                  <a:schemeClr val="bg1"/>
                </a:solidFill>
              </a:rPr>
              <a:t>Unit-03</a:t>
            </a:r>
          </a:p>
        </p:txBody>
      </p:sp>
    </p:spTree>
    <p:extLst>
      <p:ext uri="{BB962C8B-B14F-4D97-AF65-F5344CB8AC3E}">
        <p14:creationId xmlns:p14="http://schemas.microsoft.com/office/powerpoint/2010/main" val="452291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BE20D496-870F-E6E5-A98E-E81A67FDD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9C1776-5DF8-E2CA-9FC0-11389119B0FE}"/>
              </a:ext>
            </a:extLst>
          </p:cNvPr>
          <p:cNvSpPr>
            <a:spLocks noGrp="1"/>
          </p:cNvSpPr>
          <p:nvPr>
            <p:ph type="ctrTitle"/>
          </p:nvPr>
        </p:nvSpPr>
        <p:spPr/>
        <p:txBody>
          <a:bodyPr>
            <a:normAutofit/>
          </a:bodyPr>
          <a:lstStyle/>
          <a:p>
            <a:r>
              <a:rPr lang="en-US" sz="4800" dirty="0">
                <a:solidFill>
                  <a:srgbClr val="FFC000"/>
                </a:solidFill>
              </a:rPr>
              <a:t>Sorting</a:t>
            </a:r>
          </a:p>
        </p:txBody>
      </p:sp>
      <p:sp>
        <p:nvSpPr>
          <p:cNvPr id="3" name="Subtitle 2">
            <a:extLst>
              <a:ext uri="{FF2B5EF4-FFF2-40B4-BE49-F238E27FC236}">
                <a16:creationId xmlns:a16="http://schemas.microsoft.com/office/drawing/2014/main" id="{10A35870-E141-5D72-1784-1757E8134F7E}"/>
              </a:ext>
            </a:extLst>
          </p:cNvPr>
          <p:cNvSpPr>
            <a:spLocks noGrp="1"/>
          </p:cNvSpPr>
          <p:nvPr>
            <p:ph type="subTitle" idx="1"/>
          </p:nvPr>
        </p:nvSpPr>
        <p:spPr/>
        <p:txBody>
          <a:bodyPr/>
          <a:lstStyle/>
          <a:p>
            <a:r>
              <a:rPr lang="en-US" dirty="0">
                <a:solidFill>
                  <a:schemeClr val="bg1"/>
                </a:solidFill>
              </a:rPr>
              <a:t>Unit-03.01</a:t>
            </a:r>
          </a:p>
        </p:txBody>
      </p:sp>
    </p:spTree>
    <p:extLst>
      <p:ext uri="{BB962C8B-B14F-4D97-AF65-F5344CB8AC3E}">
        <p14:creationId xmlns:p14="http://schemas.microsoft.com/office/powerpoint/2010/main" val="20746360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568EEBA0-6325-D2A3-5C9B-D1CFC318E1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0BEB98-E0A7-036B-AE2F-2A15738960A8}"/>
              </a:ext>
            </a:extLst>
          </p:cNvPr>
          <p:cNvSpPr>
            <a:spLocks noGrp="1"/>
          </p:cNvSpPr>
          <p:nvPr>
            <p:ph type="ctrTitle"/>
          </p:nvPr>
        </p:nvSpPr>
        <p:spPr/>
        <p:txBody>
          <a:bodyPr>
            <a:normAutofit/>
          </a:bodyPr>
          <a:lstStyle/>
          <a:p>
            <a:r>
              <a:rPr lang="en-US" sz="4800" dirty="0">
                <a:solidFill>
                  <a:srgbClr val="FFC000"/>
                </a:solidFill>
              </a:rPr>
              <a:t>Why?</a:t>
            </a:r>
          </a:p>
        </p:txBody>
      </p:sp>
      <p:sp>
        <p:nvSpPr>
          <p:cNvPr id="3" name="Subtitle 2">
            <a:extLst>
              <a:ext uri="{FF2B5EF4-FFF2-40B4-BE49-F238E27FC236}">
                <a16:creationId xmlns:a16="http://schemas.microsoft.com/office/drawing/2014/main" id="{8487655D-3812-3968-FBF5-15185D878B9F}"/>
              </a:ext>
            </a:extLst>
          </p:cNvPr>
          <p:cNvSpPr>
            <a:spLocks noGrp="1"/>
          </p:cNvSpPr>
          <p:nvPr>
            <p:ph type="subTitle" idx="1"/>
          </p:nvPr>
        </p:nvSpPr>
        <p:spPr/>
        <p:txBody>
          <a:bodyPr/>
          <a:lstStyle/>
          <a:p>
            <a:r>
              <a:rPr lang="en-US" dirty="0">
                <a:solidFill>
                  <a:schemeClr val="bg1"/>
                </a:solidFill>
              </a:rPr>
              <a:t>….an open-ended question</a:t>
            </a:r>
          </a:p>
        </p:txBody>
      </p:sp>
    </p:spTree>
    <p:extLst>
      <p:ext uri="{BB962C8B-B14F-4D97-AF65-F5344CB8AC3E}">
        <p14:creationId xmlns:p14="http://schemas.microsoft.com/office/powerpoint/2010/main" val="13270357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0FC874F4-1BA6-CD28-51B3-4765DFC73A2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0C94AE7B-E0F3-048C-CB1A-8CDCA80585E3}"/>
              </a:ext>
            </a:extLst>
          </p:cNvPr>
          <p:cNvSpPr txBox="1"/>
          <p:nvPr/>
        </p:nvSpPr>
        <p:spPr>
          <a:xfrm>
            <a:off x="4824248" y="-2196212"/>
            <a:ext cx="6096000" cy="584775"/>
          </a:xfrm>
          <a:prstGeom prst="rect">
            <a:avLst/>
          </a:prstGeom>
          <a:noFill/>
        </p:spPr>
        <p:txBody>
          <a:bodyPr wrap="square">
            <a:spAutoFit/>
          </a:bodyPr>
          <a:lstStyle/>
          <a:p>
            <a:pPr algn="just"/>
            <a:br>
              <a:rPr lang="en-US" sz="1600" dirty="0"/>
            </a:br>
            <a:endParaRPr lang="en-US" sz="1600" dirty="0"/>
          </a:p>
        </p:txBody>
      </p:sp>
      <p:sp>
        <p:nvSpPr>
          <p:cNvPr id="11" name="TextBox 10">
            <a:extLst>
              <a:ext uri="{FF2B5EF4-FFF2-40B4-BE49-F238E27FC236}">
                <a16:creationId xmlns:a16="http://schemas.microsoft.com/office/drawing/2014/main" id="{12085A5D-DDE3-F070-664D-C8B586FC901A}"/>
              </a:ext>
            </a:extLst>
          </p:cNvPr>
          <p:cNvSpPr txBox="1"/>
          <p:nvPr/>
        </p:nvSpPr>
        <p:spPr>
          <a:xfrm>
            <a:off x="6199132" y="2185160"/>
            <a:ext cx="2992821" cy="3046988"/>
          </a:xfrm>
          <a:prstGeom prst="rect">
            <a:avLst/>
          </a:prstGeom>
          <a:noFill/>
          <a:ln>
            <a:solidFill>
              <a:schemeClr val="accent2"/>
            </a:solidFill>
          </a:ln>
        </p:spPr>
        <p:txBody>
          <a:bodyPr wrap="square">
            <a:spAutoFit/>
          </a:bodyPr>
          <a:lstStyle/>
          <a:p>
            <a:pPr algn="just"/>
            <a:r>
              <a:rPr lang="en-US" sz="1600" b="1" i="0" dirty="0">
                <a:solidFill>
                  <a:schemeClr val="accent2"/>
                </a:solidFill>
                <a:effectLst/>
                <a:latin typeface="Söhne"/>
              </a:rPr>
              <a:t>Efficiency</a:t>
            </a:r>
            <a:r>
              <a:rPr lang="en-US" sz="1600" b="0" i="0" dirty="0">
                <a:solidFill>
                  <a:schemeClr val="accent2"/>
                </a:solidFill>
                <a:effectLst/>
                <a:latin typeface="Söhne"/>
              </a:rPr>
              <a:t>: </a:t>
            </a:r>
            <a:r>
              <a:rPr lang="en-US" sz="1600" b="0" i="0" dirty="0">
                <a:solidFill>
                  <a:srgbClr val="ECECEC"/>
                </a:solidFill>
                <a:effectLst/>
                <a:latin typeface="Söhne"/>
              </a:rPr>
              <a:t>Sorting allows for efficient searching, as sorted data can be easily searched using algorithms like binary search, which has a time complexity of O(log n). Unsorted data typically requires linear search, which has a time complexity of O(n). In scenarios where there is a large volume of data, the efficiency gained from sorting becomes crucial.</a:t>
            </a:r>
          </a:p>
        </p:txBody>
      </p:sp>
      <p:sp>
        <p:nvSpPr>
          <p:cNvPr id="13" name="TextBox 12">
            <a:extLst>
              <a:ext uri="{FF2B5EF4-FFF2-40B4-BE49-F238E27FC236}">
                <a16:creationId xmlns:a16="http://schemas.microsoft.com/office/drawing/2014/main" id="{C224939B-A673-B0F6-D715-ABDF8939E29D}"/>
              </a:ext>
            </a:extLst>
          </p:cNvPr>
          <p:cNvSpPr txBox="1"/>
          <p:nvPr/>
        </p:nvSpPr>
        <p:spPr>
          <a:xfrm>
            <a:off x="3492059" y="82742"/>
            <a:ext cx="8274272" cy="830997"/>
          </a:xfrm>
          <a:prstGeom prst="rect">
            <a:avLst/>
          </a:prstGeom>
          <a:noFill/>
          <a:ln>
            <a:solidFill>
              <a:schemeClr val="accent2"/>
            </a:solidFill>
          </a:ln>
        </p:spPr>
        <p:txBody>
          <a:bodyPr wrap="square">
            <a:spAutoFit/>
          </a:bodyPr>
          <a:lstStyle/>
          <a:p>
            <a:pPr algn="just"/>
            <a:r>
              <a:rPr lang="en-US" sz="1600" b="1" i="0" dirty="0">
                <a:solidFill>
                  <a:schemeClr val="accent2"/>
                </a:solidFill>
                <a:effectLst/>
                <a:latin typeface="Söhne"/>
              </a:rPr>
              <a:t>Data Presentation</a:t>
            </a:r>
            <a:r>
              <a:rPr lang="en-US" sz="1600" b="0" i="0" dirty="0">
                <a:solidFill>
                  <a:schemeClr val="accent2"/>
                </a:solidFill>
                <a:effectLst/>
                <a:latin typeface="Söhne"/>
              </a:rPr>
              <a:t>: </a:t>
            </a:r>
            <a:r>
              <a:rPr lang="en-US" sz="1600" b="0" i="0" dirty="0">
                <a:solidFill>
                  <a:srgbClr val="ECECEC"/>
                </a:solidFill>
                <a:effectLst/>
                <a:latin typeface="Söhne"/>
              </a:rPr>
              <a:t>Sorted data is easier for humans to interpret and work with. Whether it's a list of names, numbers, or any other type of data, sorting makes it easier to find specific items, identify patterns, and analyze trends.</a:t>
            </a:r>
          </a:p>
        </p:txBody>
      </p:sp>
      <p:sp>
        <p:nvSpPr>
          <p:cNvPr id="15" name="TextBox 14">
            <a:extLst>
              <a:ext uri="{FF2B5EF4-FFF2-40B4-BE49-F238E27FC236}">
                <a16:creationId xmlns:a16="http://schemas.microsoft.com/office/drawing/2014/main" id="{CB1C28A2-A3C7-CFC8-9E2C-86DEE75A9781}"/>
              </a:ext>
            </a:extLst>
          </p:cNvPr>
          <p:cNvSpPr txBox="1"/>
          <p:nvPr/>
        </p:nvSpPr>
        <p:spPr>
          <a:xfrm>
            <a:off x="189187" y="3269961"/>
            <a:ext cx="3126825" cy="3293209"/>
          </a:xfrm>
          <a:prstGeom prst="rect">
            <a:avLst/>
          </a:prstGeom>
          <a:noFill/>
          <a:ln>
            <a:solidFill>
              <a:schemeClr val="accent2"/>
            </a:solidFill>
          </a:ln>
        </p:spPr>
        <p:txBody>
          <a:bodyPr wrap="square">
            <a:spAutoFit/>
          </a:bodyPr>
          <a:lstStyle/>
          <a:p>
            <a:pPr algn="just"/>
            <a:r>
              <a:rPr lang="en-US" sz="1600" b="1" i="0" dirty="0">
                <a:solidFill>
                  <a:schemeClr val="accent2"/>
                </a:solidFill>
                <a:effectLst/>
                <a:latin typeface="Söhne"/>
              </a:rPr>
              <a:t>Algorithm Design and Analysis</a:t>
            </a:r>
            <a:r>
              <a:rPr lang="en-US" sz="1600" b="0" i="0" dirty="0">
                <a:solidFill>
                  <a:schemeClr val="accent2"/>
                </a:solidFill>
                <a:effectLst/>
                <a:latin typeface="Söhne"/>
              </a:rPr>
              <a:t>:</a:t>
            </a:r>
            <a:r>
              <a:rPr lang="en-US" sz="1600" b="0" i="0" dirty="0">
                <a:solidFill>
                  <a:srgbClr val="ECECEC"/>
                </a:solidFill>
                <a:effectLst/>
                <a:latin typeface="Söhne"/>
              </a:rPr>
              <a:t> Many algorithms and data structures rely on sorted data or perform better when the data is sorted. For example, various divide-and-conquer algorithms, such as merge sort and quicksort, heavily rely on sorting as a subproblem. Analyzing the time complexity and efficiency of algorithms often involves considering how they handle sorted or partially sorted data.</a:t>
            </a:r>
          </a:p>
        </p:txBody>
      </p:sp>
      <p:sp>
        <p:nvSpPr>
          <p:cNvPr id="17" name="TextBox 16">
            <a:extLst>
              <a:ext uri="{FF2B5EF4-FFF2-40B4-BE49-F238E27FC236}">
                <a16:creationId xmlns:a16="http://schemas.microsoft.com/office/drawing/2014/main" id="{64A7BC10-C4AD-41CD-67AE-ED23697D3676}"/>
              </a:ext>
            </a:extLst>
          </p:cNvPr>
          <p:cNvSpPr txBox="1"/>
          <p:nvPr/>
        </p:nvSpPr>
        <p:spPr>
          <a:xfrm>
            <a:off x="9316108" y="1674402"/>
            <a:ext cx="2648607" cy="3785652"/>
          </a:xfrm>
          <a:prstGeom prst="rect">
            <a:avLst/>
          </a:prstGeom>
          <a:noFill/>
          <a:ln>
            <a:solidFill>
              <a:schemeClr val="accent2"/>
            </a:solidFill>
          </a:ln>
        </p:spPr>
        <p:txBody>
          <a:bodyPr wrap="square">
            <a:spAutoFit/>
          </a:bodyPr>
          <a:lstStyle/>
          <a:p>
            <a:pPr algn="just"/>
            <a:r>
              <a:rPr lang="en-US" sz="1600" b="1" i="0" dirty="0">
                <a:solidFill>
                  <a:schemeClr val="accent2"/>
                </a:solidFill>
                <a:effectLst/>
                <a:latin typeface="Söhne"/>
              </a:rPr>
              <a:t>Optimization</a:t>
            </a:r>
            <a:r>
              <a:rPr lang="en-US" sz="1600" b="0" i="0" dirty="0">
                <a:solidFill>
                  <a:schemeClr val="accent2"/>
                </a:solidFill>
                <a:effectLst/>
                <a:latin typeface="Söhne"/>
              </a:rPr>
              <a:t>: </a:t>
            </a:r>
            <a:r>
              <a:rPr lang="en-US" sz="1600" b="0" i="0" dirty="0">
                <a:solidFill>
                  <a:srgbClr val="ECECEC"/>
                </a:solidFill>
                <a:effectLst/>
                <a:latin typeface="Söhne"/>
              </a:rPr>
              <a:t>Sorting can often lead to optimization opportunities in various applications. For instance, in databases, sorted indexes can significantly improve query performance. In graphics rendering, sorting objects based on their depth can optimize rendering algorithms. Sorting also facilitates efficient merging and joining of datasets, which is essential in various data processing tasks.</a:t>
            </a:r>
          </a:p>
        </p:txBody>
      </p:sp>
      <p:sp>
        <p:nvSpPr>
          <p:cNvPr id="19" name="TextBox 18">
            <a:extLst>
              <a:ext uri="{FF2B5EF4-FFF2-40B4-BE49-F238E27FC236}">
                <a16:creationId xmlns:a16="http://schemas.microsoft.com/office/drawing/2014/main" id="{43887269-8F90-A221-3475-0302073C1435}"/>
              </a:ext>
            </a:extLst>
          </p:cNvPr>
          <p:cNvSpPr txBox="1"/>
          <p:nvPr/>
        </p:nvSpPr>
        <p:spPr>
          <a:xfrm>
            <a:off x="227285" y="631227"/>
            <a:ext cx="3126825" cy="2062103"/>
          </a:xfrm>
          <a:prstGeom prst="rect">
            <a:avLst/>
          </a:prstGeom>
          <a:noFill/>
          <a:ln>
            <a:solidFill>
              <a:schemeClr val="accent2"/>
            </a:solidFill>
          </a:ln>
        </p:spPr>
        <p:txBody>
          <a:bodyPr wrap="square">
            <a:spAutoFit/>
          </a:bodyPr>
          <a:lstStyle/>
          <a:p>
            <a:pPr algn="just"/>
            <a:r>
              <a:rPr lang="en-US" sz="1600" b="1" i="0" dirty="0">
                <a:solidFill>
                  <a:schemeClr val="accent2"/>
                </a:solidFill>
                <a:effectLst/>
                <a:latin typeface="Söhne"/>
              </a:rPr>
              <a:t>Preprocessing</a:t>
            </a:r>
            <a:r>
              <a:rPr lang="en-US" sz="1600" b="0" i="0" dirty="0">
                <a:solidFill>
                  <a:schemeClr val="accent2"/>
                </a:solidFill>
                <a:effectLst/>
                <a:latin typeface="Söhne"/>
              </a:rPr>
              <a:t>: </a:t>
            </a:r>
            <a:r>
              <a:rPr lang="en-US" sz="1600" b="0" i="0" dirty="0">
                <a:solidFill>
                  <a:srgbClr val="ECECEC"/>
                </a:solidFill>
                <a:effectLst/>
                <a:latin typeface="Söhne"/>
              </a:rPr>
              <a:t>Sorting is often a crucial step in preprocessing data before performing other operations. It helps in tasks like duplicate removal, data cleaning, and aggregation, which are common in data analysis and database management.</a:t>
            </a:r>
          </a:p>
        </p:txBody>
      </p:sp>
      <p:sp>
        <p:nvSpPr>
          <p:cNvPr id="21" name="TextBox 20">
            <a:extLst>
              <a:ext uri="{FF2B5EF4-FFF2-40B4-BE49-F238E27FC236}">
                <a16:creationId xmlns:a16="http://schemas.microsoft.com/office/drawing/2014/main" id="{04A62900-F658-4D9D-6595-AD0939C6B755}"/>
              </a:ext>
            </a:extLst>
          </p:cNvPr>
          <p:cNvSpPr txBox="1"/>
          <p:nvPr/>
        </p:nvSpPr>
        <p:spPr>
          <a:xfrm>
            <a:off x="3652344" y="5627924"/>
            <a:ext cx="8274272" cy="830997"/>
          </a:xfrm>
          <a:prstGeom prst="rect">
            <a:avLst/>
          </a:prstGeom>
          <a:noFill/>
          <a:ln>
            <a:solidFill>
              <a:schemeClr val="accent2"/>
            </a:solidFill>
          </a:ln>
        </p:spPr>
        <p:txBody>
          <a:bodyPr wrap="square">
            <a:spAutoFit/>
          </a:bodyPr>
          <a:lstStyle/>
          <a:p>
            <a:pPr algn="just"/>
            <a:r>
              <a:rPr lang="en-US" sz="1600" b="1" i="0" dirty="0">
                <a:solidFill>
                  <a:schemeClr val="accent2"/>
                </a:solidFill>
                <a:effectLst/>
                <a:latin typeface="Söhne"/>
              </a:rPr>
              <a:t>Decision Making</a:t>
            </a:r>
            <a:r>
              <a:rPr lang="en-US" sz="1600" b="0" i="0" dirty="0">
                <a:solidFill>
                  <a:schemeClr val="accent2"/>
                </a:solidFill>
                <a:effectLst/>
                <a:latin typeface="Söhne"/>
              </a:rPr>
              <a:t>:</a:t>
            </a:r>
            <a:r>
              <a:rPr lang="en-US" sz="1600" b="0" i="0" dirty="0">
                <a:solidFill>
                  <a:srgbClr val="ECECEC"/>
                </a:solidFill>
                <a:effectLst/>
                <a:latin typeface="Söhne"/>
              </a:rPr>
              <a:t> Sorted data can facilitate decision-making processes by providing a clear hierarchy or order. For example, in financial markets, sorted data helps investors identify top performers or detect anomalies more efficiently.</a:t>
            </a:r>
          </a:p>
        </p:txBody>
      </p:sp>
      <p:sp>
        <p:nvSpPr>
          <p:cNvPr id="23" name="TextBox 22">
            <a:extLst>
              <a:ext uri="{FF2B5EF4-FFF2-40B4-BE49-F238E27FC236}">
                <a16:creationId xmlns:a16="http://schemas.microsoft.com/office/drawing/2014/main" id="{0C7632A9-92D0-FAB5-F1A3-611E99581407}"/>
              </a:ext>
            </a:extLst>
          </p:cNvPr>
          <p:cNvSpPr txBox="1"/>
          <p:nvPr/>
        </p:nvSpPr>
        <p:spPr>
          <a:xfrm>
            <a:off x="3492059" y="1207534"/>
            <a:ext cx="2582919" cy="2800767"/>
          </a:xfrm>
          <a:prstGeom prst="rect">
            <a:avLst/>
          </a:prstGeom>
          <a:noFill/>
          <a:ln>
            <a:solidFill>
              <a:schemeClr val="accent2"/>
            </a:solidFill>
          </a:ln>
        </p:spPr>
        <p:txBody>
          <a:bodyPr wrap="square">
            <a:spAutoFit/>
          </a:bodyPr>
          <a:lstStyle/>
          <a:p>
            <a:pPr algn="just"/>
            <a:r>
              <a:rPr lang="en-US" sz="1600" b="1" i="0" dirty="0">
                <a:solidFill>
                  <a:schemeClr val="accent2"/>
                </a:solidFill>
                <a:effectLst/>
                <a:latin typeface="Söhne"/>
              </a:rPr>
              <a:t>Data Compression and Encoding</a:t>
            </a:r>
            <a:r>
              <a:rPr lang="en-US" sz="1600" b="0" i="0" dirty="0">
                <a:solidFill>
                  <a:schemeClr val="accent2"/>
                </a:solidFill>
                <a:effectLst/>
                <a:latin typeface="Söhne"/>
              </a:rPr>
              <a:t>: </a:t>
            </a:r>
            <a:r>
              <a:rPr lang="en-US" sz="1600" b="0" i="0" dirty="0">
                <a:solidFill>
                  <a:srgbClr val="ECECEC"/>
                </a:solidFill>
                <a:effectLst/>
                <a:latin typeface="Söhne"/>
              </a:rPr>
              <a:t>Sorted data can sometimes be compressed more effectively, leading to better compression ratios in data storage and transmission. Additionally, sorted data can simplify encoding schemes, reducing the overhead of representing the data.</a:t>
            </a:r>
          </a:p>
        </p:txBody>
      </p:sp>
    </p:spTree>
    <p:extLst>
      <p:ext uri="{BB962C8B-B14F-4D97-AF65-F5344CB8AC3E}">
        <p14:creationId xmlns:p14="http://schemas.microsoft.com/office/powerpoint/2010/main" val="1605135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5C967BF7-8F03-A19C-29E5-4CB9A1C30AD5}"/>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15155070-3623-0369-2AAB-2A1C57F3832A}"/>
              </a:ext>
            </a:extLst>
          </p:cNvPr>
          <p:cNvSpPr/>
          <p:nvPr/>
        </p:nvSpPr>
        <p:spPr>
          <a:xfrm>
            <a:off x="1204822" y="2691441"/>
            <a:ext cx="1475117" cy="1475117"/>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2</a:t>
            </a:r>
          </a:p>
        </p:txBody>
      </p:sp>
      <p:sp>
        <p:nvSpPr>
          <p:cNvPr id="8" name="Rounded Rectangle 7">
            <a:extLst>
              <a:ext uri="{FF2B5EF4-FFF2-40B4-BE49-F238E27FC236}">
                <a16:creationId xmlns:a16="http://schemas.microsoft.com/office/drawing/2014/main" id="{195569DE-BF22-FA5A-495A-4CF842898308}"/>
              </a:ext>
            </a:extLst>
          </p:cNvPr>
          <p:cNvSpPr/>
          <p:nvPr/>
        </p:nvSpPr>
        <p:spPr>
          <a:xfrm>
            <a:off x="2961735" y="2691441"/>
            <a:ext cx="1475117" cy="1475117"/>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1</a:t>
            </a:r>
          </a:p>
        </p:txBody>
      </p:sp>
      <p:sp>
        <p:nvSpPr>
          <p:cNvPr id="10" name="Rounded Rectangle 9">
            <a:extLst>
              <a:ext uri="{FF2B5EF4-FFF2-40B4-BE49-F238E27FC236}">
                <a16:creationId xmlns:a16="http://schemas.microsoft.com/office/drawing/2014/main" id="{6B538C1A-E879-E667-ACA6-D9638139CEB6}"/>
              </a:ext>
            </a:extLst>
          </p:cNvPr>
          <p:cNvSpPr/>
          <p:nvPr/>
        </p:nvSpPr>
        <p:spPr>
          <a:xfrm>
            <a:off x="4758906" y="2691441"/>
            <a:ext cx="1475117" cy="1475117"/>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4</a:t>
            </a:r>
          </a:p>
        </p:txBody>
      </p:sp>
      <p:sp>
        <p:nvSpPr>
          <p:cNvPr id="12" name="Rounded Rectangle 11">
            <a:extLst>
              <a:ext uri="{FF2B5EF4-FFF2-40B4-BE49-F238E27FC236}">
                <a16:creationId xmlns:a16="http://schemas.microsoft.com/office/drawing/2014/main" id="{DB615D66-861A-ADE1-6716-2AB6E5EAC0BE}"/>
              </a:ext>
            </a:extLst>
          </p:cNvPr>
          <p:cNvSpPr/>
          <p:nvPr/>
        </p:nvSpPr>
        <p:spPr>
          <a:xfrm>
            <a:off x="6515819" y="2691441"/>
            <a:ext cx="1475117" cy="1475117"/>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1</a:t>
            </a:r>
          </a:p>
        </p:txBody>
      </p:sp>
      <p:sp>
        <p:nvSpPr>
          <p:cNvPr id="14" name="Rounded Rectangle 13">
            <a:extLst>
              <a:ext uri="{FF2B5EF4-FFF2-40B4-BE49-F238E27FC236}">
                <a16:creationId xmlns:a16="http://schemas.microsoft.com/office/drawing/2014/main" id="{22F90CED-D564-65AF-A6E1-F9E886525F45}"/>
              </a:ext>
            </a:extLst>
          </p:cNvPr>
          <p:cNvSpPr/>
          <p:nvPr/>
        </p:nvSpPr>
        <p:spPr>
          <a:xfrm>
            <a:off x="8272732" y="2691441"/>
            <a:ext cx="1475117" cy="1475117"/>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3</a:t>
            </a:r>
          </a:p>
        </p:txBody>
      </p:sp>
      <p:sp>
        <p:nvSpPr>
          <p:cNvPr id="16" name="Rounded Rectangle 15">
            <a:extLst>
              <a:ext uri="{FF2B5EF4-FFF2-40B4-BE49-F238E27FC236}">
                <a16:creationId xmlns:a16="http://schemas.microsoft.com/office/drawing/2014/main" id="{31E83A5F-67A7-E60B-7EFE-4809A0EF5BBF}"/>
              </a:ext>
            </a:extLst>
          </p:cNvPr>
          <p:cNvSpPr/>
          <p:nvPr/>
        </p:nvSpPr>
        <p:spPr>
          <a:xfrm>
            <a:off x="10029645" y="2691441"/>
            <a:ext cx="1475117" cy="1475117"/>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9</a:t>
            </a:r>
          </a:p>
        </p:txBody>
      </p:sp>
    </p:spTree>
    <p:extLst>
      <p:ext uri="{BB962C8B-B14F-4D97-AF65-F5344CB8AC3E}">
        <p14:creationId xmlns:p14="http://schemas.microsoft.com/office/powerpoint/2010/main" val="468472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83851C6E-413E-D7C8-DD62-B6201462BB53}"/>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0E4DB798-CAAE-88A5-D8F3-50432F810E1F}"/>
              </a:ext>
            </a:extLst>
          </p:cNvPr>
          <p:cNvSpPr/>
          <p:nvPr/>
        </p:nvSpPr>
        <p:spPr>
          <a:xfrm>
            <a:off x="4728592" y="2613802"/>
            <a:ext cx="1475117" cy="1475117"/>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3</a:t>
            </a:r>
          </a:p>
        </p:txBody>
      </p:sp>
      <p:sp>
        <p:nvSpPr>
          <p:cNvPr id="8" name="Rounded Rectangle 7">
            <a:extLst>
              <a:ext uri="{FF2B5EF4-FFF2-40B4-BE49-F238E27FC236}">
                <a16:creationId xmlns:a16="http://schemas.microsoft.com/office/drawing/2014/main" id="{FE52D5CB-D2AC-536D-5443-E61D4E2E4F14}"/>
              </a:ext>
            </a:extLst>
          </p:cNvPr>
          <p:cNvSpPr/>
          <p:nvPr/>
        </p:nvSpPr>
        <p:spPr>
          <a:xfrm>
            <a:off x="2961735" y="2691441"/>
            <a:ext cx="1475117" cy="1475117"/>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6</a:t>
            </a:r>
          </a:p>
        </p:txBody>
      </p:sp>
      <p:sp>
        <p:nvSpPr>
          <p:cNvPr id="22" name="Rounded Rectangle 21">
            <a:extLst>
              <a:ext uri="{FF2B5EF4-FFF2-40B4-BE49-F238E27FC236}">
                <a16:creationId xmlns:a16="http://schemas.microsoft.com/office/drawing/2014/main" id="{49D51D5F-8DBC-37CB-FD36-3DBD2D24D9CB}"/>
              </a:ext>
            </a:extLst>
          </p:cNvPr>
          <p:cNvSpPr/>
          <p:nvPr/>
        </p:nvSpPr>
        <p:spPr>
          <a:xfrm>
            <a:off x="2954945" y="2691434"/>
            <a:ext cx="1475117" cy="14751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a:t>
            </a:r>
          </a:p>
        </p:txBody>
      </p:sp>
      <p:sp>
        <p:nvSpPr>
          <p:cNvPr id="10" name="Rounded Rectangle 9">
            <a:extLst>
              <a:ext uri="{FF2B5EF4-FFF2-40B4-BE49-F238E27FC236}">
                <a16:creationId xmlns:a16="http://schemas.microsoft.com/office/drawing/2014/main" id="{0E3FF42C-F9C7-0BEB-4AFE-A2A1A7CADE3C}"/>
              </a:ext>
            </a:extLst>
          </p:cNvPr>
          <p:cNvSpPr/>
          <p:nvPr/>
        </p:nvSpPr>
        <p:spPr>
          <a:xfrm>
            <a:off x="1258623" y="2613803"/>
            <a:ext cx="1475117" cy="1475117"/>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2</a:t>
            </a:r>
          </a:p>
        </p:txBody>
      </p:sp>
      <p:sp>
        <p:nvSpPr>
          <p:cNvPr id="24" name="Rounded Rectangle 23">
            <a:extLst>
              <a:ext uri="{FF2B5EF4-FFF2-40B4-BE49-F238E27FC236}">
                <a16:creationId xmlns:a16="http://schemas.microsoft.com/office/drawing/2014/main" id="{52721E7E-88E8-AC76-97D6-7599465623B9}"/>
              </a:ext>
            </a:extLst>
          </p:cNvPr>
          <p:cNvSpPr/>
          <p:nvPr/>
        </p:nvSpPr>
        <p:spPr>
          <a:xfrm>
            <a:off x="4725782" y="2613802"/>
            <a:ext cx="1475117" cy="14751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a:t>
            </a:r>
          </a:p>
        </p:txBody>
      </p:sp>
      <p:sp>
        <p:nvSpPr>
          <p:cNvPr id="12" name="Rounded Rectangle 11">
            <a:extLst>
              <a:ext uri="{FF2B5EF4-FFF2-40B4-BE49-F238E27FC236}">
                <a16:creationId xmlns:a16="http://schemas.microsoft.com/office/drawing/2014/main" id="{A466F83F-5C3A-F840-437B-1D689214701E}"/>
              </a:ext>
            </a:extLst>
          </p:cNvPr>
          <p:cNvSpPr/>
          <p:nvPr/>
        </p:nvSpPr>
        <p:spPr>
          <a:xfrm>
            <a:off x="6515819" y="2691441"/>
            <a:ext cx="1475117" cy="1475117"/>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4</a:t>
            </a:r>
          </a:p>
        </p:txBody>
      </p:sp>
      <p:sp>
        <p:nvSpPr>
          <p:cNvPr id="25" name="Rounded Rectangle 24">
            <a:extLst>
              <a:ext uri="{FF2B5EF4-FFF2-40B4-BE49-F238E27FC236}">
                <a16:creationId xmlns:a16="http://schemas.microsoft.com/office/drawing/2014/main" id="{248F0EFB-768B-F923-05D0-3A632D3416D2}"/>
              </a:ext>
            </a:extLst>
          </p:cNvPr>
          <p:cNvSpPr/>
          <p:nvPr/>
        </p:nvSpPr>
        <p:spPr>
          <a:xfrm>
            <a:off x="6515819" y="2691434"/>
            <a:ext cx="1475117" cy="14751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a:t>
            </a:r>
          </a:p>
        </p:txBody>
      </p:sp>
      <p:sp>
        <p:nvSpPr>
          <p:cNvPr id="14" name="Rounded Rectangle 13">
            <a:extLst>
              <a:ext uri="{FF2B5EF4-FFF2-40B4-BE49-F238E27FC236}">
                <a16:creationId xmlns:a16="http://schemas.microsoft.com/office/drawing/2014/main" id="{9DA7F909-2F5C-4AFE-48A3-3A607D453638}"/>
              </a:ext>
            </a:extLst>
          </p:cNvPr>
          <p:cNvSpPr/>
          <p:nvPr/>
        </p:nvSpPr>
        <p:spPr>
          <a:xfrm>
            <a:off x="8272732" y="2691441"/>
            <a:ext cx="1475117" cy="1475117"/>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7</a:t>
            </a:r>
          </a:p>
        </p:txBody>
      </p:sp>
      <p:sp>
        <p:nvSpPr>
          <p:cNvPr id="26" name="Rounded Rectangle 25">
            <a:extLst>
              <a:ext uri="{FF2B5EF4-FFF2-40B4-BE49-F238E27FC236}">
                <a16:creationId xmlns:a16="http://schemas.microsoft.com/office/drawing/2014/main" id="{C4C9B0A6-E530-3A8D-3CA0-4021A284AE2D}"/>
              </a:ext>
            </a:extLst>
          </p:cNvPr>
          <p:cNvSpPr/>
          <p:nvPr/>
        </p:nvSpPr>
        <p:spPr>
          <a:xfrm>
            <a:off x="8269097" y="2691434"/>
            <a:ext cx="1475117" cy="14751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a:t>
            </a:r>
          </a:p>
        </p:txBody>
      </p:sp>
      <p:sp>
        <p:nvSpPr>
          <p:cNvPr id="16" name="Rounded Rectangle 15">
            <a:extLst>
              <a:ext uri="{FF2B5EF4-FFF2-40B4-BE49-F238E27FC236}">
                <a16:creationId xmlns:a16="http://schemas.microsoft.com/office/drawing/2014/main" id="{CBF4E91F-7588-C284-5566-67DD81350F69}"/>
              </a:ext>
            </a:extLst>
          </p:cNvPr>
          <p:cNvSpPr/>
          <p:nvPr/>
        </p:nvSpPr>
        <p:spPr>
          <a:xfrm>
            <a:off x="10029645" y="2691441"/>
            <a:ext cx="1475117" cy="1475117"/>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9</a:t>
            </a:r>
          </a:p>
        </p:txBody>
      </p:sp>
      <p:sp>
        <p:nvSpPr>
          <p:cNvPr id="27" name="Rounded Rectangle 26">
            <a:extLst>
              <a:ext uri="{FF2B5EF4-FFF2-40B4-BE49-F238E27FC236}">
                <a16:creationId xmlns:a16="http://schemas.microsoft.com/office/drawing/2014/main" id="{0C4450A3-7C30-CF26-9B68-300DF73B1552}"/>
              </a:ext>
            </a:extLst>
          </p:cNvPr>
          <p:cNvSpPr/>
          <p:nvPr/>
        </p:nvSpPr>
        <p:spPr>
          <a:xfrm>
            <a:off x="10026010" y="2691434"/>
            <a:ext cx="1475117" cy="14751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a:t>
            </a:r>
          </a:p>
        </p:txBody>
      </p:sp>
      <p:sp>
        <p:nvSpPr>
          <p:cNvPr id="4" name="TextBox 3">
            <a:extLst>
              <a:ext uri="{FF2B5EF4-FFF2-40B4-BE49-F238E27FC236}">
                <a16:creationId xmlns:a16="http://schemas.microsoft.com/office/drawing/2014/main" id="{51CF46D3-9511-2103-D1EB-AD72A857AF40}"/>
              </a:ext>
            </a:extLst>
          </p:cNvPr>
          <p:cNvSpPr txBox="1"/>
          <p:nvPr/>
        </p:nvSpPr>
        <p:spPr>
          <a:xfrm>
            <a:off x="3468538" y="716795"/>
            <a:ext cx="6094562" cy="923330"/>
          </a:xfrm>
          <a:prstGeom prst="rect">
            <a:avLst/>
          </a:prstGeom>
          <a:noFill/>
        </p:spPr>
        <p:txBody>
          <a:bodyPr wrap="square">
            <a:spAutoFit/>
          </a:bodyPr>
          <a:lstStyle/>
          <a:p>
            <a:pPr algn="ctr"/>
            <a:r>
              <a:rPr lang="en-US" sz="1800" dirty="0">
                <a:solidFill>
                  <a:srgbClr val="FFC000"/>
                </a:solidFill>
              </a:rPr>
              <a:t>Rules are simple</a:t>
            </a:r>
          </a:p>
          <a:p>
            <a:pPr algn="ctr"/>
            <a:r>
              <a:rPr lang="en-US" dirty="0">
                <a:solidFill>
                  <a:srgbClr val="FFC000"/>
                </a:solidFill>
              </a:rPr>
              <a:t>- You can view 2 box at max</a:t>
            </a:r>
          </a:p>
          <a:p>
            <a:pPr algn="ctr"/>
            <a:r>
              <a:rPr lang="en-US" dirty="0">
                <a:solidFill>
                  <a:srgbClr val="FFC000"/>
                </a:solidFill>
              </a:rPr>
              <a:t>- You can swap only two boxes at a time </a:t>
            </a:r>
            <a:endParaRPr lang="en-US" dirty="0"/>
          </a:p>
        </p:txBody>
      </p:sp>
      <p:sp>
        <p:nvSpPr>
          <p:cNvPr id="5" name="Rounded Rectangle 4">
            <a:extLst>
              <a:ext uri="{FF2B5EF4-FFF2-40B4-BE49-F238E27FC236}">
                <a16:creationId xmlns:a16="http://schemas.microsoft.com/office/drawing/2014/main" id="{5A6F0244-9537-A506-DCB9-81E2DF4351C4}"/>
              </a:ext>
            </a:extLst>
          </p:cNvPr>
          <p:cNvSpPr/>
          <p:nvPr/>
        </p:nvSpPr>
        <p:spPr>
          <a:xfrm>
            <a:off x="1258623" y="2613802"/>
            <a:ext cx="1475117" cy="14751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a:t>
            </a:r>
          </a:p>
        </p:txBody>
      </p:sp>
    </p:spTree>
    <p:extLst>
      <p:ext uri="{BB962C8B-B14F-4D97-AF65-F5344CB8AC3E}">
        <p14:creationId xmlns:p14="http://schemas.microsoft.com/office/powerpoint/2010/main" val="1061313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720EB8E2-B7E1-7284-C4EE-5574F8B233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3958F9-C598-75FA-4B18-47D55CFB2047}"/>
              </a:ext>
            </a:extLst>
          </p:cNvPr>
          <p:cNvSpPr>
            <a:spLocks noGrp="1"/>
          </p:cNvSpPr>
          <p:nvPr>
            <p:ph type="ctrTitle"/>
          </p:nvPr>
        </p:nvSpPr>
        <p:spPr/>
        <p:txBody>
          <a:bodyPr>
            <a:normAutofit/>
          </a:bodyPr>
          <a:lstStyle/>
          <a:p>
            <a:r>
              <a:rPr lang="en-US" sz="4800" dirty="0" err="1">
                <a:solidFill>
                  <a:srgbClr val="FFC000"/>
                </a:solidFill>
              </a:rPr>
              <a:t>SelectionSort</a:t>
            </a:r>
            <a:endParaRPr lang="en-US" sz="4800" dirty="0">
              <a:solidFill>
                <a:srgbClr val="FFC000"/>
              </a:solidFill>
            </a:endParaRPr>
          </a:p>
        </p:txBody>
      </p:sp>
      <p:sp>
        <p:nvSpPr>
          <p:cNvPr id="3" name="Subtitle 2">
            <a:extLst>
              <a:ext uri="{FF2B5EF4-FFF2-40B4-BE49-F238E27FC236}">
                <a16:creationId xmlns:a16="http://schemas.microsoft.com/office/drawing/2014/main" id="{84036FA6-8482-460C-44AA-A3F51ED34DD3}"/>
              </a:ext>
            </a:extLst>
          </p:cNvPr>
          <p:cNvSpPr>
            <a:spLocks noGrp="1"/>
          </p:cNvSpPr>
          <p:nvPr>
            <p:ph type="subTitle" idx="1"/>
          </p:nvPr>
        </p:nvSpPr>
        <p:spPr/>
        <p:txBody>
          <a:bodyPr/>
          <a:lstStyle/>
          <a:p>
            <a:r>
              <a:rPr lang="en-US" dirty="0">
                <a:solidFill>
                  <a:schemeClr val="bg1"/>
                </a:solidFill>
              </a:rPr>
              <a:t>Unit-03.01.01</a:t>
            </a:r>
          </a:p>
        </p:txBody>
      </p:sp>
    </p:spTree>
    <p:extLst>
      <p:ext uri="{BB962C8B-B14F-4D97-AF65-F5344CB8AC3E}">
        <p14:creationId xmlns:p14="http://schemas.microsoft.com/office/powerpoint/2010/main" val="2398568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5BB35DD5-EAA6-0267-E3E9-A5412FCE0245}"/>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460377D0-B2EB-37A5-A911-64CB1ED4C8D9}"/>
              </a:ext>
            </a:extLst>
          </p:cNvPr>
          <p:cNvPicPr>
            <a:picLocks noChangeAspect="1"/>
          </p:cNvPicPr>
          <p:nvPr/>
        </p:nvPicPr>
        <p:blipFill>
          <a:blip r:embed="rId2"/>
          <a:stretch>
            <a:fillRect/>
          </a:stretch>
        </p:blipFill>
        <p:spPr>
          <a:xfrm>
            <a:off x="7761172" y="1284017"/>
            <a:ext cx="3928853" cy="1412876"/>
          </a:xfrm>
          <a:prstGeom prst="rect">
            <a:avLst/>
          </a:prstGeom>
        </p:spPr>
      </p:pic>
      <p:pic>
        <p:nvPicPr>
          <p:cNvPr id="20" name="Picture 19">
            <a:extLst>
              <a:ext uri="{FF2B5EF4-FFF2-40B4-BE49-F238E27FC236}">
                <a16:creationId xmlns:a16="http://schemas.microsoft.com/office/drawing/2014/main" id="{1D7FD38D-0314-77C4-F5B6-336E0D47A6BD}"/>
              </a:ext>
            </a:extLst>
          </p:cNvPr>
          <p:cNvPicPr>
            <a:picLocks noChangeAspect="1"/>
          </p:cNvPicPr>
          <p:nvPr/>
        </p:nvPicPr>
        <p:blipFill>
          <a:blip r:embed="rId3"/>
          <a:stretch>
            <a:fillRect/>
          </a:stretch>
        </p:blipFill>
        <p:spPr>
          <a:xfrm>
            <a:off x="7761171" y="3145046"/>
            <a:ext cx="3928853" cy="1412876"/>
          </a:xfrm>
          <a:prstGeom prst="rect">
            <a:avLst/>
          </a:prstGeom>
        </p:spPr>
      </p:pic>
      <p:pic>
        <p:nvPicPr>
          <p:cNvPr id="21" name="Picture 20">
            <a:extLst>
              <a:ext uri="{FF2B5EF4-FFF2-40B4-BE49-F238E27FC236}">
                <a16:creationId xmlns:a16="http://schemas.microsoft.com/office/drawing/2014/main" id="{8EAF571D-9530-2309-7B0B-873F62338479}"/>
              </a:ext>
            </a:extLst>
          </p:cNvPr>
          <p:cNvPicPr>
            <a:picLocks noChangeAspect="1"/>
          </p:cNvPicPr>
          <p:nvPr/>
        </p:nvPicPr>
        <p:blipFill>
          <a:blip r:embed="rId4"/>
          <a:stretch>
            <a:fillRect/>
          </a:stretch>
        </p:blipFill>
        <p:spPr>
          <a:xfrm>
            <a:off x="7761171" y="5041000"/>
            <a:ext cx="3928853" cy="1412876"/>
          </a:xfrm>
          <a:prstGeom prst="rect">
            <a:avLst/>
          </a:prstGeom>
        </p:spPr>
      </p:pic>
      <p:grpSp>
        <p:nvGrpSpPr>
          <p:cNvPr id="33" name="Group 32">
            <a:extLst>
              <a:ext uri="{FF2B5EF4-FFF2-40B4-BE49-F238E27FC236}">
                <a16:creationId xmlns:a16="http://schemas.microsoft.com/office/drawing/2014/main" id="{3FE31665-3751-5425-44AE-75D4942B3034}"/>
              </a:ext>
            </a:extLst>
          </p:cNvPr>
          <p:cNvGrpSpPr/>
          <p:nvPr/>
        </p:nvGrpSpPr>
        <p:grpSpPr>
          <a:xfrm>
            <a:off x="7821556" y="268511"/>
            <a:ext cx="3760567" cy="584356"/>
            <a:chOff x="2493584" y="4354097"/>
            <a:chExt cx="4554197" cy="707367"/>
          </a:xfrm>
        </p:grpSpPr>
        <p:sp>
          <p:nvSpPr>
            <p:cNvPr id="27" name="Rounded Rectangle 26">
              <a:extLst>
                <a:ext uri="{FF2B5EF4-FFF2-40B4-BE49-F238E27FC236}">
                  <a16:creationId xmlns:a16="http://schemas.microsoft.com/office/drawing/2014/main" id="{2C1CB925-1B8F-8C3E-979A-CB8348E67D92}"/>
                </a:ext>
              </a:extLst>
            </p:cNvPr>
            <p:cNvSpPr/>
            <p:nvPr/>
          </p:nvSpPr>
          <p:spPr>
            <a:xfrm>
              <a:off x="2493584" y="4354097"/>
              <a:ext cx="4554197" cy="70736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a:p>
          </p:txBody>
        </p:sp>
        <p:grpSp>
          <p:nvGrpSpPr>
            <p:cNvPr id="32" name="Group 31">
              <a:extLst>
                <a:ext uri="{FF2B5EF4-FFF2-40B4-BE49-F238E27FC236}">
                  <a16:creationId xmlns:a16="http://schemas.microsoft.com/office/drawing/2014/main" id="{6232FCA7-B4C2-4FB4-AF06-5E1A5EC37CAB}"/>
                </a:ext>
              </a:extLst>
            </p:cNvPr>
            <p:cNvGrpSpPr/>
            <p:nvPr/>
          </p:nvGrpSpPr>
          <p:grpSpPr>
            <a:xfrm>
              <a:off x="2493584" y="4510009"/>
              <a:ext cx="4488656" cy="418549"/>
              <a:chOff x="2640233" y="4484429"/>
              <a:chExt cx="4488656" cy="418549"/>
            </a:xfrm>
          </p:grpSpPr>
          <p:sp>
            <p:nvSpPr>
              <p:cNvPr id="28" name="Down Arrow 27">
                <a:extLst>
                  <a:ext uri="{FF2B5EF4-FFF2-40B4-BE49-F238E27FC236}">
                    <a16:creationId xmlns:a16="http://schemas.microsoft.com/office/drawing/2014/main" id="{DF41ED40-6F78-BDF0-D5B1-B31A4A541C54}"/>
                  </a:ext>
                </a:extLst>
              </p:cNvPr>
              <p:cNvSpPr/>
              <p:nvPr/>
            </p:nvSpPr>
            <p:spPr>
              <a:xfrm rot="16200000">
                <a:off x="6516901" y="4277883"/>
                <a:ext cx="405442" cy="818534"/>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9" name="Down Arrow 28">
                <a:extLst>
                  <a:ext uri="{FF2B5EF4-FFF2-40B4-BE49-F238E27FC236}">
                    <a16:creationId xmlns:a16="http://schemas.microsoft.com/office/drawing/2014/main" id="{681E7448-49B8-0668-09A5-27FCA90FA6D3}"/>
                  </a:ext>
                </a:extLst>
              </p:cNvPr>
              <p:cNvSpPr/>
              <p:nvPr/>
            </p:nvSpPr>
            <p:spPr>
              <a:xfrm rot="16200000">
                <a:off x="4204908" y="4290990"/>
                <a:ext cx="405442" cy="818534"/>
              </a:xfrm>
              <a:prstGeom prst="down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0" name="TextBox 29">
                <a:extLst>
                  <a:ext uri="{FF2B5EF4-FFF2-40B4-BE49-F238E27FC236}">
                    <a16:creationId xmlns:a16="http://schemas.microsoft.com/office/drawing/2014/main" id="{0C49C391-B3DA-F6EE-1CFE-F9291A89BDE1}"/>
                  </a:ext>
                </a:extLst>
              </p:cNvPr>
              <p:cNvSpPr txBox="1"/>
              <p:nvPr/>
            </p:nvSpPr>
            <p:spPr>
              <a:xfrm>
                <a:off x="4863612" y="4502483"/>
                <a:ext cx="1483930" cy="372567"/>
              </a:xfrm>
              <a:prstGeom prst="rect">
                <a:avLst/>
              </a:prstGeom>
              <a:noFill/>
            </p:spPr>
            <p:txBody>
              <a:bodyPr wrap="none" rtlCol="0">
                <a:spAutoFit/>
              </a:bodyPr>
              <a:lstStyle/>
              <a:p>
                <a:r>
                  <a:rPr lang="en-US" sz="1400" b="1" dirty="0"/>
                  <a:t>Current Item</a:t>
                </a:r>
              </a:p>
            </p:txBody>
          </p:sp>
          <p:sp>
            <p:nvSpPr>
              <p:cNvPr id="31" name="TextBox 30">
                <a:extLst>
                  <a:ext uri="{FF2B5EF4-FFF2-40B4-BE49-F238E27FC236}">
                    <a16:creationId xmlns:a16="http://schemas.microsoft.com/office/drawing/2014/main" id="{138C0678-9A8C-06A3-B3AB-2E75034815FA}"/>
                  </a:ext>
                </a:extLst>
              </p:cNvPr>
              <p:cNvSpPr txBox="1"/>
              <p:nvPr/>
            </p:nvSpPr>
            <p:spPr>
              <a:xfrm>
                <a:off x="2640233" y="4497535"/>
                <a:ext cx="1391835" cy="372566"/>
              </a:xfrm>
              <a:prstGeom prst="rect">
                <a:avLst/>
              </a:prstGeom>
              <a:noFill/>
            </p:spPr>
            <p:txBody>
              <a:bodyPr wrap="none" rtlCol="0">
                <a:spAutoFit/>
              </a:bodyPr>
              <a:lstStyle/>
              <a:p>
                <a:r>
                  <a:rPr lang="en-US" sz="1400" b="1" dirty="0"/>
                  <a:t>Current Min</a:t>
                </a:r>
              </a:p>
            </p:txBody>
          </p:sp>
        </p:grpSp>
      </p:grpSp>
      <p:pic>
        <p:nvPicPr>
          <p:cNvPr id="34" name="Picture 33">
            <a:extLst>
              <a:ext uri="{FF2B5EF4-FFF2-40B4-BE49-F238E27FC236}">
                <a16:creationId xmlns:a16="http://schemas.microsoft.com/office/drawing/2014/main" id="{715F02BA-81D8-0AEE-E8B5-2B75007417E3}"/>
              </a:ext>
            </a:extLst>
          </p:cNvPr>
          <p:cNvPicPr>
            <a:picLocks noChangeAspect="1"/>
          </p:cNvPicPr>
          <p:nvPr/>
        </p:nvPicPr>
        <p:blipFill>
          <a:blip r:embed="rId5"/>
          <a:stretch>
            <a:fillRect/>
          </a:stretch>
        </p:blipFill>
        <p:spPr>
          <a:xfrm>
            <a:off x="854662" y="598037"/>
            <a:ext cx="5241338" cy="5855839"/>
          </a:xfrm>
          <a:prstGeom prst="rect">
            <a:avLst/>
          </a:prstGeom>
        </p:spPr>
      </p:pic>
    </p:spTree>
    <p:extLst>
      <p:ext uri="{BB962C8B-B14F-4D97-AF65-F5344CB8AC3E}">
        <p14:creationId xmlns:p14="http://schemas.microsoft.com/office/powerpoint/2010/main" val="1213663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3CE07E37-9FDC-DD7D-324D-E710DC185F8B}"/>
            </a:ext>
          </a:extLst>
        </p:cNvPr>
        <p:cNvGrpSpPr/>
        <p:nvPr/>
      </p:nvGrpSpPr>
      <p:grpSpPr>
        <a:xfrm>
          <a:off x="0" y="0"/>
          <a:ext cx="0" cy="0"/>
          <a:chOff x="0" y="0"/>
          <a:chExt cx="0" cy="0"/>
        </a:xfrm>
      </p:grpSpPr>
      <p:pic>
        <p:nvPicPr>
          <p:cNvPr id="34" name="Picture 33">
            <a:extLst>
              <a:ext uri="{FF2B5EF4-FFF2-40B4-BE49-F238E27FC236}">
                <a16:creationId xmlns:a16="http://schemas.microsoft.com/office/drawing/2014/main" id="{A3B3E607-6C2D-4752-4014-CB97C0D95052}"/>
              </a:ext>
            </a:extLst>
          </p:cNvPr>
          <p:cNvPicPr>
            <a:picLocks noChangeAspect="1"/>
          </p:cNvPicPr>
          <p:nvPr/>
        </p:nvPicPr>
        <p:blipFill>
          <a:blip r:embed="rId2"/>
          <a:stretch>
            <a:fillRect/>
          </a:stretch>
        </p:blipFill>
        <p:spPr>
          <a:xfrm>
            <a:off x="854662" y="598037"/>
            <a:ext cx="5241338" cy="5855839"/>
          </a:xfrm>
          <a:prstGeom prst="rect">
            <a:avLst/>
          </a:prstGeom>
        </p:spPr>
      </p:pic>
      <p:sp>
        <p:nvSpPr>
          <p:cNvPr id="2" name="Title 1">
            <a:extLst>
              <a:ext uri="{FF2B5EF4-FFF2-40B4-BE49-F238E27FC236}">
                <a16:creationId xmlns:a16="http://schemas.microsoft.com/office/drawing/2014/main" id="{B154E637-833E-3879-EA7A-C2C66E7B1A5F}"/>
              </a:ext>
            </a:extLst>
          </p:cNvPr>
          <p:cNvSpPr>
            <a:spLocks noGrp="1"/>
          </p:cNvSpPr>
          <p:nvPr>
            <p:ph type="ctrTitle"/>
          </p:nvPr>
        </p:nvSpPr>
        <p:spPr>
          <a:xfrm>
            <a:off x="6717103" y="2225616"/>
            <a:ext cx="4911306" cy="1972707"/>
          </a:xfrm>
        </p:spPr>
        <p:txBody>
          <a:bodyPr>
            <a:normAutofit/>
          </a:bodyPr>
          <a:lstStyle/>
          <a:p>
            <a:r>
              <a:rPr lang="en-US" sz="3600" dirty="0">
                <a:solidFill>
                  <a:srgbClr val="FFC000"/>
                </a:solidFill>
              </a:rPr>
              <a:t>How many times this would run?</a:t>
            </a:r>
          </a:p>
        </p:txBody>
      </p:sp>
    </p:spTree>
    <p:extLst>
      <p:ext uri="{BB962C8B-B14F-4D97-AF65-F5344CB8AC3E}">
        <p14:creationId xmlns:p14="http://schemas.microsoft.com/office/powerpoint/2010/main" val="37866804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628334EA-EEF2-26C3-D862-EA697793F3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2DCBDC-8EE7-89A7-EA23-E6AC2C207610}"/>
              </a:ext>
            </a:extLst>
          </p:cNvPr>
          <p:cNvSpPr>
            <a:spLocks noGrp="1"/>
          </p:cNvSpPr>
          <p:nvPr>
            <p:ph type="ctrTitle"/>
          </p:nvPr>
        </p:nvSpPr>
        <p:spPr/>
        <p:txBody>
          <a:bodyPr>
            <a:normAutofit/>
          </a:bodyPr>
          <a:lstStyle/>
          <a:p>
            <a:r>
              <a:rPr lang="en-US" sz="4800" dirty="0">
                <a:solidFill>
                  <a:srgbClr val="FFC000"/>
                </a:solidFill>
              </a:rPr>
              <a:t>Complexity Analysis</a:t>
            </a:r>
          </a:p>
        </p:txBody>
      </p:sp>
      <p:sp>
        <p:nvSpPr>
          <p:cNvPr id="3" name="Subtitle 2">
            <a:extLst>
              <a:ext uri="{FF2B5EF4-FFF2-40B4-BE49-F238E27FC236}">
                <a16:creationId xmlns:a16="http://schemas.microsoft.com/office/drawing/2014/main" id="{DC962BDC-DDD8-1944-B82E-B98AB79BF887}"/>
              </a:ext>
            </a:extLst>
          </p:cNvPr>
          <p:cNvSpPr>
            <a:spLocks noGrp="1"/>
          </p:cNvSpPr>
          <p:nvPr>
            <p:ph type="subTitle" idx="1"/>
          </p:nvPr>
        </p:nvSpPr>
        <p:spPr/>
        <p:txBody>
          <a:bodyPr/>
          <a:lstStyle/>
          <a:p>
            <a:r>
              <a:rPr lang="en-US" dirty="0">
                <a:solidFill>
                  <a:schemeClr val="bg1"/>
                </a:solidFill>
              </a:rPr>
              <a:t>Unit-03.02</a:t>
            </a:r>
          </a:p>
        </p:txBody>
      </p:sp>
    </p:spTree>
    <p:extLst>
      <p:ext uri="{BB962C8B-B14F-4D97-AF65-F5344CB8AC3E}">
        <p14:creationId xmlns:p14="http://schemas.microsoft.com/office/powerpoint/2010/main" val="1623998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F0325E60-A444-37A9-3674-BA2B1309238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B3939E9-C9F0-FC27-621E-B7820DA3E51F}"/>
                  </a:ext>
                </a:extLst>
              </p:cNvPr>
              <p:cNvSpPr txBox="1"/>
              <p:nvPr/>
            </p:nvSpPr>
            <p:spPr>
              <a:xfrm>
                <a:off x="3871833" y="3121223"/>
                <a:ext cx="5040804" cy="9849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solidFill>
                            <a:schemeClr val="accent2">
                              <a:lumMod val="20000"/>
                              <a:lumOff val="80000"/>
                            </a:schemeClr>
                          </a:solidFill>
                          <a:latin typeface="Cambria Math" panose="02040503050406030204" pitchFamily="18" charset="0"/>
                        </a:rPr>
                        <m:t>𝑓</m:t>
                      </m:r>
                      <m:d>
                        <m:dPr>
                          <m:ctrlPr>
                            <a:rPr lang="en-US" sz="3200" b="0" i="1" smtClean="0">
                              <a:solidFill>
                                <a:schemeClr val="accent2">
                                  <a:lumMod val="20000"/>
                                  <a:lumOff val="80000"/>
                                </a:schemeClr>
                              </a:solidFill>
                              <a:latin typeface="Cambria Math" panose="02040503050406030204" pitchFamily="18" charset="0"/>
                            </a:rPr>
                          </m:ctrlPr>
                        </m:dPr>
                        <m:e>
                          <m:r>
                            <a:rPr lang="en-US" sz="3200" b="0" i="1" smtClean="0">
                              <a:solidFill>
                                <a:schemeClr val="accent2">
                                  <a:lumMod val="20000"/>
                                  <a:lumOff val="80000"/>
                                </a:schemeClr>
                              </a:solidFill>
                              <a:latin typeface="Cambria Math" panose="02040503050406030204" pitchFamily="18" charset="0"/>
                            </a:rPr>
                            <m:t>𝑛</m:t>
                          </m:r>
                        </m:e>
                      </m:d>
                      <m:r>
                        <a:rPr lang="en-US" sz="3200" b="0" i="1" smtClean="0">
                          <a:solidFill>
                            <a:schemeClr val="accent2">
                              <a:lumMod val="20000"/>
                              <a:lumOff val="80000"/>
                            </a:schemeClr>
                          </a:solidFill>
                          <a:latin typeface="Cambria Math" panose="02040503050406030204" pitchFamily="18" charset="0"/>
                        </a:rPr>
                        <m:t>=</m:t>
                      </m:r>
                      <m:f>
                        <m:fPr>
                          <m:ctrlPr>
                            <a:rPr lang="en-US" sz="3200" b="0" i="1" smtClean="0">
                              <a:solidFill>
                                <a:schemeClr val="accent2">
                                  <a:lumMod val="20000"/>
                                  <a:lumOff val="80000"/>
                                </a:schemeClr>
                              </a:solidFill>
                              <a:latin typeface="Cambria Math" panose="02040503050406030204" pitchFamily="18" charset="0"/>
                            </a:rPr>
                          </m:ctrlPr>
                        </m:fPr>
                        <m:num>
                          <m:r>
                            <a:rPr lang="en-US" sz="3200" b="0" i="1" smtClean="0">
                              <a:solidFill>
                                <a:schemeClr val="accent2">
                                  <a:lumMod val="20000"/>
                                  <a:lumOff val="80000"/>
                                </a:schemeClr>
                              </a:solidFill>
                              <a:latin typeface="Cambria Math" panose="02040503050406030204" pitchFamily="18" charset="0"/>
                            </a:rPr>
                            <m:t>𝑛</m:t>
                          </m:r>
                        </m:num>
                        <m:den>
                          <m:r>
                            <a:rPr lang="en-US" sz="3200" b="0" i="1" smtClean="0">
                              <a:solidFill>
                                <a:schemeClr val="accent2">
                                  <a:lumMod val="20000"/>
                                  <a:lumOff val="80000"/>
                                </a:schemeClr>
                              </a:solidFill>
                              <a:latin typeface="Cambria Math" panose="02040503050406030204" pitchFamily="18" charset="0"/>
                            </a:rPr>
                            <m:t>2</m:t>
                          </m:r>
                        </m:den>
                      </m:f>
                      <m:r>
                        <a:rPr lang="en-US" sz="3200" b="0" i="1" smtClean="0">
                          <a:solidFill>
                            <a:schemeClr val="accent2">
                              <a:lumMod val="20000"/>
                              <a:lumOff val="80000"/>
                            </a:schemeClr>
                          </a:solidFill>
                          <a:latin typeface="Cambria Math" panose="02040503050406030204" pitchFamily="18" charset="0"/>
                        </a:rPr>
                        <m:t>×</m:t>
                      </m:r>
                      <m:d>
                        <m:dPr>
                          <m:ctrlPr>
                            <a:rPr lang="en-US" sz="3200" b="0" i="1" smtClean="0">
                              <a:solidFill>
                                <a:schemeClr val="accent2">
                                  <a:lumMod val="20000"/>
                                  <a:lumOff val="80000"/>
                                </a:schemeClr>
                              </a:solidFill>
                              <a:latin typeface="Cambria Math" panose="02040503050406030204" pitchFamily="18" charset="0"/>
                            </a:rPr>
                          </m:ctrlPr>
                        </m:dPr>
                        <m:e>
                          <m:r>
                            <a:rPr lang="en-US" sz="3200" b="0" i="1" smtClean="0">
                              <a:solidFill>
                                <a:schemeClr val="accent2">
                                  <a:lumMod val="20000"/>
                                  <a:lumOff val="80000"/>
                                </a:schemeClr>
                              </a:solidFill>
                              <a:latin typeface="Cambria Math" panose="02040503050406030204" pitchFamily="18" charset="0"/>
                            </a:rPr>
                            <m:t>𝑛</m:t>
                          </m:r>
                          <m:r>
                            <a:rPr lang="en-US" sz="3200" b="0" i="1" smtClean="0">
                              <a:solidFill>
                                <a:schemeClr val="accent2">
                                  <a:lumMod val="20000"/>
                                  <a:lumOff val="80000"/>
                                </a:schemeClr>
                              </a:solidFill>
                              <a:latin typeface="Cambria Math" panose="02040503050406030204" pitchFamily="18" charset="0"/>
                            </a:rPr>
                            <m:t>+1</m:t>
                          </m:r>
                        </m:e>
                      </m:d>
                      <m:r>
                        <a:rPr lang="en-US" sz="3200" b="0" i="1" smtClean="0">
                          <a:solidFill>
                            <a:schemeClr val="accent2">
                              <a:lumMod val="20000"/>
                              <a:lumOff val="80000"/>
                            </a:schemeClr>
                          </a:solidFill>
                          <a:latin typeface="Cambria Math" panose="02040503050406030204" pitchFamily="18" charset="0"/>
                        </a:rPr>
                        <m:t>=</m:t>
                      </m:r>
                      <m:f>
                        <m:fPr>
                          <m:ctrlPr>
                            <a:rPr lang="en-US" sz="3200" b="0" i="1" smtClean="0">
                              <a:solidFill>
                                <a:schemeClr val="accent2">
                                  <a:lumMod val="20000"/>
                                  <a:lumOff val="80000"/>
                                </a:schemeClr>
                              </a:solidFill>
                              <a:latin typeface="Cambria Math" panose="02040503050406030204" pitchFamily="18" charset="0"/>
                            </a:rPr>
                          </m:ctrlPr>
                        </m:fPr>
                        <m:num>
                          <m:sSup>
                            <m:sSupPr>
                              <m:ctrlPr>
                                <a:rPr lang="en-US" sz="3200" b="0" i="1" smtClean="0">
                                  <a:solidFill>
                                    <a:schemeClr val="accent2">
                                      <a:lumMod val="20000"/>
                                      <a:lumOff val="80000"/>
                                    </a:schemeClr>
                                  </a:solidFill>
                                  <a:latin typeface="Cambria Math" panose="02040503050406030204" pitchFamily="18" charset="0"/>
                                </a:rPr>
                              </m:ctrlPr>
                            </m:sSupPr>
                            <m:e>
                              <m:r>
                                <a:rPr lang="en-US" sz="3200" b="0" i="1" smtClean="0">
                                  <a:solidFill>
                                    <a:schemeClr val="accent2">
                                      <a:lumMod val="20000"/>
                                      <a:lumOff val="80000"/>
                                    </a:schemeClr>
                                  </a:solidFill>
                                  <a:latin typeface="Cambria Math" panose="02040503050406030204" pitchFamily="18" charset="0"/>
                                </a:rPr>
                                <m:t>𝑛</m:t>
                              </m:r>
                            </m:e>
                            <m:sup>
                              <m:r>
                                <a:rPr lang="en-US" sz="3200" b="0" i="1" smtClean="0">
                                  <a:solidFill>
                                    <a:schemeClr val="accent2">
                                      <a:lumMod val="20000"/>
                                      <a:lumOff val="80000"/>
                                    </a:schemeClr>
                                  </a:solidFill>
                                  <a:latin typeface="Cambria Math" panose="02040503050406030204" pitchFamily="18" charset="0"/>
                                </a:rPr>
                                <m:t>2</m:t>
                              </m:r>
                            </m:sup>
                          </m:sSup>
                          <m:r>
                            <a:rPr lang="en-US" sz="3200" b="0" i="1" smtClean="0">
                              <a:solidFill>
                                <a:schemeClr val="accent2">
                                  <a:lumMod val="20000"/>
                                  <a:lumOff val="80000"/>
                                </a:schemeClr>
                              </a:solidFill>
                              <a:latin typeface="Cambria Math" panose="02040503050406030204" pitchFamily="18" charset="0"/>
                            </a:rPr>
                            <m:t>+</m:t>
                          </m:r>
                          <m:r>
                            <a:rPr lang="en-US" sz="3200" b="0" i="1" smtClean="0">
                              <a:solidFill>
                                <a:schemeClr val="accent2">
                                  <a:lumMod val="20000"/>
                                  <a:lumOff val="80000"/>
                                </a:schemeClr>
                              </a:solidFill>
                              <a:latin typeface="Cambria Math" panose="02040503050406030204" pitchFamily="18" charset="0"/>
                            </a:rPr>
                            <m:t>𝑛</m:t>
                          </m:r>
                        </m:num>
                        <m:den>
                          <m:r>
                            <a:rPr lang="en-US" sz="3200" b="0" i="1" smtClean="0">
                              <a:solidFill>
                                <a:schemeClr val="accent2">
                                  <a:lumMod val="20000"/>
                                  <a:lumOff val="80000"/>
                                </a:schemeClr>
                              </a:solidFill>
                              <a:latin typeface="Cambria Math" panose="02040503050406030204" pitchFamily="18" charset="0"/>
                            </a:rPr>
                            <m:t>2</m:t>
                          </m:r>
                        </m:den>
                      </m:f>
                    </m:oMath>
                  </m:oMathPara>
                </a14:m>
                <a:endParaRPr lang="en-US" dirty="0">
                  <a:solidFill>
                    <a:schemeClr val="accent2">
                      <a:lumMod val="20000"/>
                      <a:lumOff val="80000"/>
                    </a:schemeClr>
                  </a:solidFill>
                </a:endParaRPr>
              </a:p>
            </p:txBody>
          </p:sp>
        </mc:Choice>
        <mc:Fallback xmlns="">
          <p:sp>
            <p:nvSpPr>
              <p:cNvPr id="8" name="TextBox 7">
                <a:extLst>
                  <a:ext uri="{FF2B5EF4-FFF2-40B4-BE49-F238E27FC236}">
                    <a16:creationId xmlns:a16="http://schemas.microsoft.com/office/drawing/2014/main" id="{8B3939E9-C9F0-FC27-621E-B7820DA3E51F}"/>
                  </a:ext>
                </a:extLst>
              </p:cNvPr>
              <p:cNvSpPr txBox="1">
                <a:spLocks noRot="1" noChangeAspect="1" noMove="1" noResize="1" noEditPoints="1" noAdjustHandles="1" noChangeArrowheads="1" noChangeShapeType="1" noTextEdit="1"/>
              </p:cNvSpPr>
              <p:nvPr/>
            </p:nvSpPr>
            <p:spPr>
              <a:xfrm>
                <a:off x="3871833" y="3121223"/>
                <a:ext cx="5040804" cy="984950"/>
              </a:xfrm>
              <a:prstGeom prst="rect">
                <a:avLst/>
              </a:prstGeom>
              <a:blipFill>
                <a:blip r:embed="rId2"/>
                <a:stretch>
                  <a:fillRect l="-2261" r="-503" b="-12658"/>
                </a:stretch>
              </a:blipFill>
            </p:spPr>
            <p:txBody>
              <a:bodyPr/>
              <a:lstStyle/>
              <a:p>
                <a:r>
                  <a:rPr lang="en-US">
                    <a:noFill/>
                  </a:rPr>
                  <a:t> </a:t>
                </a:r>
              </a:p>
            </p:txBody>
          </p:sp>
        </mc:Fallback>
      </mc:AlternateContent>
    </p:spTree>
    <p:extLst>
      <p:ext uri="{BB962C8B-B14F-4D97-AF65-F5344CB8AC3E}">
        <p14:creationId xmlns:p14="http://schemas.microsoft.com/office/powerpoint/2010/main" val="1458478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C3DA154A-BEFD-94ED-10BF-56B29A447BFB}"/>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F41B7147-6E6D-4373-85C2-BB3F0521D69E}"/>
              </a:ext>
            </a:extLst>
          </p:cNvPr>
          <p:cNvSpPr>
            <a:spLocks noGrp="1"/>
          </p:cNvSpPr>
          <p:nvPr>
            <p:ph type="ctrTitle"/>
          </p:nvPr>
        </p:nvSpPr>
        <p:spPr>
          <a:xfrm>
            <a:off x="-520460" y="94890"/>
            <a:ext cx="4911306" cy="549349"/>
          </a:xfrm>
        </p:spPr>
        <p:txBody>
          <a:bodyPr>
            <a:normAutofit fontScale="90000"/>
          </a:bodyPr>
          <a:lstStyle/>
          <a:p>
            <a:r>
              <a:rPr lang="en-US" sz="3600" dirty="0">
                <a:solidFill>
                  <a:srgbClr val="FFC000"/>
                </a:solidFill>
              </a:rPr>
              <a:t>Complexity Analysis</a:t>
            </a:r>
          </a:p>
        </p:txBody>
      </p:sp>
      <p:grpSp>
        <p:nvGrpSpPr>
          <p:cNvPr id="17" name="Group 16">
            <a:extLst>
              <a:ext uri="{FF2B5EF4-FFF2-40B4-BE49-F238E27FC236}">
                <a16:creationId xmlns:a16="http://schemas.microsoft.com/office/drawing/2014/main" id="{CC771195-5BD8-E058-C99C-95B570F7A956}"/>
              </a:ext>
            </a:extLst>
          </p:cNvPr>
          <p:cNvGrpSpPr/>
          <p:nvPr/>
        </p:nvGrpSpPr>
        <p:grpSpPr>
          <a:xfrm>
            <a:off x="571500" y="758496"/>
            <a:ext cx="11620500" cy="6099504"/>
            <a:chOff x="571500" y="758496"/>
            <a:chExt cx="11620500" cy="6099504"/>
          </a:xfrm>
        </p:grpSpPr>
        <p:sp>
          <p:nvSpPr>
            <p:cNvPr id="8" name="TextBox 7">
              <a:extLst>
                <a:ext uri="{FF2B5EF4-FFF2-40B4-BE49-F238E27FC236}">
                  <a16:creationId xmlns:a16="http://schemas.microsoft.com/office/drawing/2014/main" id="{18A8DC63-523E-EA4F-6252-D874BB252654}"/>
                </a:ext>
              </a:extLst>
            </p:cNvPr>
            <p:cNvSpPr txBox="1"/>
            <p:nvPr/>
          </p:nvSpPr>
          <p:spPr>
            <a:xfrm>
              <a:off x="571500" y="758496"/>
              <a:ext cx="6353354" cy="1200329"/>
            </a:xfrm>
            <a:prstGeom prst="rect">
              <a:avLst/>
            </a:prstGeom>
            <a:noFill/>
          </p:spPr>
          <p:txBody>
            <a:bodyPr wrap="square">
              <a:spAutoFit/>
            </a:bodyPr>
            <a:lstStyle/>
            <a:p>
              <a:r>
                <a:rPr lang="en-US" b="1" i="0" dirty="0">
                  <a:solidFill>
                    <a:schemeClr val="accent2"/>
                  </a:solidFill>
                  <a:effectLst/>
                  <a:latin typeface="Söhne"/>
                </a:rPr>
                <a:t>Time Complexity</a:t>
              </a:r>
              <a:r>
                <a:rPr lang="en-US" b="0" i="0" dirty="0">
                  <a:solidFill>
                    <a:schemeClr val="accent2"/>
                  </a:solidFill>
                  <a:effectLst/>
                  <a:latin typeface="Söhne"/>
                </a:rPr>
                <a:t>:</a:t>
              </a:r>
              <a:r>
                <a:rPr lang="en-US" b="0" i="0" dirty="0">
                  <a:solidFill>
                    <a:srgbClr val="ECECEC"/>
                  </a:solidFill>
                  <a:effectLst/>
                  <a:latin typeface="Söhne"/>
                </a:rPr>
                <a:t> Time complexity measures the amount of time an algorithm takes to execute as a function of the size of the input. It provides an upper bound on the running time of an algorithm.</a:t>
              </a:r>
              <a:endParaRPr lang="en-US" dirty="0"/>
            </a:p>
          </p:txBody>
        </p:sp>
        <p:sp>
          <p:nvSpPr>
            <p:cNvPr id="10" name="TextBox 9">
              <a:extLst>
                <a:ext uri="{FF2B5EF4-FFF2-40B4-BE49-F238E27FC236}">
                  <a16:creationId xmlns:a16="http://schemas.microsoft.com/office/drawing/2014/main" id="{51CBF496-5696-4C23-FB34-FD70AB97D214}"/>
                </a:ext>
              </a:extLst>
            </p:cNvPr>
            <p:cNvSpPr txBox="1"/>
            <p:nvPr/>
          </p:nvSpPr>
          <p:spPr>
            <a:xfrm>
              <a:off x="571500" y="2304921"/>
              <a:ext cx="6353354" cy="923330"/>
            </a:xfrm>
            <a:prstGeom prst="rect">
              <a:avLst/>
            </a:prstGeom>
            <a:noFill/>
          </p:spPr>
          <p:txBody>
            <a:bodyPr wrap="square">
              <a:spAutoFit/>
            </a:bodyPr>
            <a:lstStyle/>
            <a:p>
              <a:r>
                <a:rPr lang="en-US" b="1" i="0" dirty="0">
                  <a:solidFill>
                    <a:schemeClr val="accent2"/>
                  </a:solidFill>
                  <a:effectLst/>
                  <a:latin typeface="Söhne"/>
                </a:rPr>
                <a:t>Space Complexity</a:t>
              </a:r>
              <a:r>
                <a:rPr lang="en-US" b="0" i="0" dirty="0">
                  <a:solidFill>
                    <a:schemeClr val="accent2"/>
                  </a:solidFill>
                  <a:effectLst/>
                  <a:latin typeface="Söhne"/>
                </a:rPr>
                <a:t>: </a:t>
              </a:r>
              <a:r>
                <a:rPr lang="en-US" b="0" i="0" dirty="0">
                  <a:solidFill>
                    <a:srgbClr val="ECECEC"/>
                  </a:solidFill>
                  <a:effectLst/>
                  <a:latin typeface="Söhne"/>
                </a:rPr>
                <a:t>Space complexity measures the amount of memory space an algorithm requires as a function of the input size.</a:t>
              </a:r>
              <a:endParaRPr lang="en-US" dirty="0"/>
            </a:p>
          </p:txBody>
        </p:sp>
        <p:sp>
          <p:nvSpPr>
            <p:cNvPr id="12" name="TextBox 11">
              <a:extLst>
                <a:ext uri="{FF2B5EF4-FFF2-40B4-BE49-F238E27FC236}">
                  <a16:creationId xmlns:a16="http://schemas.microsoft.com/office/drawing/2014/main" id="{CB24CEFF-379C-9535-3532-3495BAE37B41}"/>
                </a:ext>
              </a:extLst>
            </p:cNvPr>
            <p:cNvSpPr txBox="1"/>
            <p:nvPr/>
          </p:nvSpPr>
          <p:spPr>
            <a:xfrm>
              <a:off x="571500" y="3574347"/>
              <a:ext cx="6353354" cy="923330"/>
            </a:xfrm>
            <a:prstGeom prst="rect">
              <a:avLst/>
            </a:prstGeom>
            <a:noFill/>
          </p:spPr>
          <p:txBody>
            <a:bodyPr wrap="square">
              <a:spAutoFit/>
            </a:bodyPr>
            <a:lstStyle/>
            <a:p>
              <a:r>
                <a:rPr lang="en-US" b="1" i="0" dirty="0">
                  <a:solidFill>
                    <a:srgbClr val="ECECEC"/>
                  </a:solidFill>
                  <a:effectLst/>
                  <a:latin typeface="Söhne"/>
                </a:rPr>
                <a:t>Best, Worst, and Average Cases</a:t>
              </a:r>
              <a:r>
                <a:rPr lang="en-US" b="0" i="0" dirty="0">
                  <a:solidFill>
                    <a:srgbClr val="ECECEC"/>
                  </a:solidFill>
                  <a:effectLst/>
                  <a:latin typeface="Söhne"/>
                </a:rPr>
                <a:t>: Algorithms can have different time and space complexities depending on the characteristics of the input data.</a:t>
              </a:r>
              <a:endParaRPr lang="en-US" dirty="0"/>
            </a:p>
          </p:txBody>
        </p:sp>
        <p:sp>
          <p:nvSpPr>
            <p:cNvPr id="14" name="TextBox 13">
              <a:extLst>
                <a:ext uri="{FF2B5EF4-FFF2-40B4-BE49-F238E27FC236}">
                  <a16:creationId xmlns:a16="http://schemas.microsoft.com/office/drawing/2014/main" id="{407E5507-E518-2C5A-2156-25BC385D2F95}"/>
                </a:ext>
              </a:extLst>
            </p:cNvPr>
            <p:cNvSpPr txBox="1"/>
            <p:nvPr/>
          </p:nvSpPr>
          <p:spPr>
            <a:xfrm>
              <a:off x="571500" y="4843774"/>
              <a:ext cx="6353354" cy="1754326"/>
            </a:xfrm>
            <a:prstGeom prst="rect">
              <a:avLst/>
            </a:prstGeom>
            <a:noFill/>
          </p:spPr>
          <p:txBody>
            <a:bodyPr wrap="square">
              <a:spAutoFit/>
            </a:bodyPr>
            <a:lstStyle/>
            <a:p>
              <a:r>
                <a:rPr lang="en-US" b="1" i="0" dirty="0">
                  <a:solidFill>
                    <a:schemeClr val="accent2"/>
                  </a:solidFill>
                  <a:effectLst/>
                  <a:latin typeface="Söhne"/>
                </a:rPr>
                <a:t>Asymptotic Analysis</a:t>
              </a:r>
              <a:r>
                <a:rPr lang="en-US" b="0" i="0" dirty="0">
                  <a:solidFill>
                    <a:schemeClr val="accent2"/>
                  </a:solidFill>
                  <a:effectLst/>
                  <a:latin typeface="Söhne"/>
                </a:rPr>
                <a:t>:</a:t>
              </a:r>
              <a:r>
                <a:rPr lang="en-US" b="0" i="0" dirty="0">
                  <a:solidFill>
                    <a:srgbClr val="ECECEC"/>
                  </a:solidFill>
                  <a:effectLst/>
                  <a:latin typeface="Söhne"/>
                </a:rPr>
                <a:t> Complexity analysis typically focuses on the behavior of an algorithm as the input size approaches infinity. This is known as asymptotic analysis. It helps identify the dominant factors affecting the algorithm's performance and disregards constants and lower-order terms, focusing on the most significant aspects that determine scalability.</a:t>
              </a:r>
              <a:endParaRPr lang="en-US" dirty="0"/>
            </a:p>
          </p:txBody>
        </p:sp>
        <p:sp>
          <p:nvSpPr>
            <p:cNvPr id="16" name="TextBox 15">
              <a:extLst>
                <a:ext uri="{FF2B5EF4-FFF2-40B4-BE49-F238E27FC236}">
                  <a16:creationId xmlns:a16="http://schemas.microsoft.com/office/drawing/2014/main" id="{58E38F0D-B997-A42B-267F-7418F8FCB450}"/>
                </a:ext>
              </a:extLst>
            </p:cNvPr>
            <p:cNvSpPr txBox="1"/>
            <p:nvPr/>
          </p:nvSpPr>
          <p:spPr>
            <a:xfrm>
              <a:off x="6924854" y="4826675"/>
              <a:ext cx="5267146" cy="2031325"/>
            </a:xfrm>
            <a:prstGeom prst="rect">
              <a:avLst/>
            </a:prstGeom>
            <a:noFill/>
          </p:spPr>
          <p:txBody>
            <a:bodyPr wrap="square">
              <a:spAutoFit/>
            </a:bodyPr>
            <a:lstStyle/>
            <a:p>
              <a:r>
                <a:rPr lang="en-US" b="1" i="0" dirty="0">
                  <a:solidFill>
                    <a:schemeClr val="accent2"/>
                  </a:solidFill>
                  <a:effectLst/>
                  <a:latin typeface="Söhne"/>
                </a:rPr>
                <a:t>Comparing Algorithms</a:t>
              </a:r>
              <a:r>
                <a:rPr lang="en-US" b="0" i="0" dirty="0">
                  <a:solidFill>
                    <a:schemeClr val="accent2"/>
                  </a:solidFill>
                  <a:effectLst/>
                  <a:latin typeface="Söhne"/>
                </a:rPr>
                <a:t>:</a:t>
              </a:r>
              <a:r>
                <a:rPr lang="en-US" b="0" i="0" dirty="0">
                  <a:solidFill>
                    <a:srgbClr val="ECECEC"/>
                  </a:solidFill>
                  <a:effectLst/>
                  <a:latin typeface="Söhne"/>
                </a:rPr>
                <a:t> Complexity analysis allows for comparing different algorithms to determine which one is more efficient for a given problem. Algorithms with lower time or space complexity are generally preferred, but other factors such as ease of implementation and practical considerations may also influence the choice.</a:t>
              </a:r>
              <a:endParaRPr lang="en-US" dirty="0"/>
            </a:p>
          </p:txBody>
        </p:sp>
      </p:grpSp>
      <p:pic>
        <p:nvPicPr>
          <p:cNvPr id="4100" name="Picture 4" descr="Big-O (Fully Explained in Detail w/ Step-by-Step Examples!)">
            <a:extLst>
              <a:ext uri="{FF2B5EF4-FFF2-40B4-BE49-F238E27FC236}">
                <a16:creationId xmlns:a16="http://schemas.microsoft.com/office/drawing/2014/main" id="{4D582AEC-35A6-BF0C-C409-636ADFA1AF8C}"/>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val="0"/>
              </a:ext>
            </a:extLst>
          </a:blip>
          <a:srcRect l="15151" t="12443" r="16304" b="12040"/>
          <a:stretch/>
        </p:blipFill>
        <p:spPr bwMode="auto">
          <a:xfrm>
            <a:off x="6799316" y="369564"/>
            <a:ext cx="5176298" cy="266229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5D4B3291-252D-CBB8-6DDC-B17240405B1C}"/>
                  </a:ext>
                </a:extLst>
              </p:cNvPr>
              <p:cNvSpPr txBox="1"/>
              <p:nvPr/>
            </p:nvSpPr>
            <p:spPr>
              <a:xfrm>
                <a:off x="6924852" y="3868853"/>
                <a:ext cx="4925227" cy="866648"/>
              </a:xfrm>
              <a:prstGeom prst="rect">
                <a:avLst/>
              </a:prstGeom>
              <a:noFill/>
              <a:ln>
                <a:solidFill>
                  <a:schemeClr val="accent2"/>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2">
                                  <a:lumMod val="60000"/>
                                  <a:lumOff val="40000"/>
                                </a:schemeClr>
                              </a:solidFill>
                              <a:latin typeface="Cambria Math" panose="02040503050406030204" pitchFamily="18" charset="0"/>
                            </a:rPr>
                          </m:ctrlPr>
                        </m:sSubPr>
                        <m:e>
                          <m:r>
                            <a:rPr lang="en-US" b="1" i="1" smtClean="0">
                              <a:solidFill>
                                <a:schemeClr val="accent2">
                                  <a:lumMod val="60000"/>
                                  <a:lumOff val="40000"/>
                                </a:schemeClr>
                              </a:solidFill>
                              <a:latin typeface="Cambria Math" panose="02040503050406030204" pitchFamily="18" charset="0"/>
                            </a:rPr>
                            <m:t>𝒄</m:t>
                          </m:r>
                        </m:e>
                        <m:sub>
                          <m:r>
                            <a:rPr lang="en-US" b="1" i="1" smtClean="0">
                              <a:solidFill>
                                <a:schemeClr val="accent2">
                                  <a:lumMod val="60000"/>
                                  <a:lumOff val="40000"/>
                                </a:schemeClr>
                              </a:solidFill>
                              <a:latin typeface="Cambria Math" panose="02040503050406030204" pitchFamily="18" charset="0"/>
                            </a:rPr>
                            <m:t>𝟐</m:t>
                          </m:r>
                        </m:sub>
                      </m:sSub>
                      <m:r>
                        <a:rPr lang="en-US" b="1" i="1" smtClean="0">
                          <a:solidFill>
                            <a:schemeClr val="accent2">
                              <a:lumMod val="60000"/>
                              <a:lumOff val="40000"/>
                            </a:schemeClr>
                          </a:solidFill>
                          <a:latin typeface="Cambria Math" panose="02040503050406030204" pitchFamily="18" charset="0"/>
                        </a:rPr>
                        <m:t>𝒈</m:t>
                      </m:r>
                      <m:d>
                        <m:dPr>
                          <m:ctrlPr>
                            <a:rPr lang="en-US" b="1" i="1" smtClean="0">
                              <a:solidFill>
                                <a:schemeClr val="accent2">
                                  <a:lumMod val="60000"/>
                                  <a:lumOff val="40000"/>
                                </a:schemeClr>
                              </a:solidFill>
                              <a:latin typeface="Cambria Math" panose="02040503050406030204" pitchFamily="18" charset="0"/>
                            </a:rPr>
                          </m:ctrlPr>
                        </m:dPr>
                        <m:e>
                          <m:r>
                            <a:rPr lang="en-US" b="1" i="1" smtClean="0">
                              <a:solidFill>
                                <a:schemeClr val="accent2">
                                  <a:lumMod val="60000"/>
                                  <a:lumOff val="40000"/>
                                </a:schemeClr>
                              </a:solidFill>
                              <a:latin typeface="Cambria Math" panose="02040503050406030204" pitchFamily="18" charset="0"/>
                            </a:rPr>
                            <m:t>𝒙</m:t>
                          </m:r>
                        </m:e>
                      </m:d>
                      <m:r>
                        <a:rPr lang="en-US" b="1" i="1" smtClean="0">
                          <a:solidFill>
                            <a:schemeClr val="accent2">
                              <a:lumMod val="60000"/>
                              <a:lumOff val="40000"/>
                            </a:schemeClr>
                          </a:solidFill>
                          <a:latin typeface="Cambria Math" panose="02040503050406030204" pitchFamily="18" charset="0"/>
                        </a:rPr>
                        <m:t>≥ </m:t>
                      </m:r>
                      <m:r>
                        <a:rPr lang="en-US" b="1" i="1" smtClean="0">
                          <a:solidFill>
                            <a:schemeClr val="accent2">
                              <a:lumMod val="60000"/>
                              <a:lumOff val="40000"/>
                            </a:schemeClr>
                          </a:solidFill>
                          <a:latin typeface="Cambria Math" panose="02040503050406030204" pitchFamily="18" charset="0"/>
                        </a:rPr>
                        <m:t>𝒇</m:t>
                      </m:r>
                      <m:d>
                        <m:dPr>
                          <m:ctrlPr>
                            <a:rPr lang="en-US" b="1" i="1" smtClean="0">
                              <a:solidFill>
                                <a:schemeClr val="accent2">
                                  <a:lumMod val="60000"/>
                                  <a:lumOff val="40000"/>
                                </a:schemeClr>
                              </a:solidFill>
                              <a:latin typeface="Cambria Math" panose="02040503050406030204" pitchFamily="18" charset="0"/>
                            </a:rPr>
                          </m:ctrlPr>
                        </m:dPr>
                        <m:e>
                          <m:r>
                            <a:rPr lang="en-US" b="1" i="1" smtClean="0">
                              <a:solidFill>
                                <a:schemeClr val="accent2">
                                  <a:lumMod val="60000"/>
                                  <a:lumOff val="40000"/>
                                </a:schemeClr>
                              </a:solidFill>
                              <a:latin typeface="Cambria Math" panose="02040503050406030204" pitchFamily="18" charset="0"/>
                            </a:rPr>
                            <m:t>𝒙</m:t>
                          </m:r>
                        </m:e>
                      </m:d>
                      <m:r>
                        <a:rPr lang="en-US" b="1" i="1" smtClean="0">
                          <a:solidFill>
                            <a:schemeClr val="accent2">
                              <a:lumMod val="60000"/>
                              <a:lumOff val="40000"/>
                            </a:schemeClr>
                          </a:solidFill>
                          <a:latin typeface="Cambria Math" panose="02040503050406030204" pitchFamily="18" charset="0"/>
                        </a:rPr>
                        <m:t>≥</m:t>
                      </m:r>
                      <m:sSub>
                        <m:sSubPr>
                          <m:ctrlPr>
                            <a:rPr lang="en-US" b="1" i="1" smtClean="0">
                              <a:solidFill>
                                <a:schemeClr val="accent2">
                                  <a:lumMod val="60000"/>
                                  <a:lumOff val="40000"/>
                                </a:schemeClr>
                              </a:solidFill>
                              <a:latin typeface="Cambria Math" panose="02040503050406030204" pitchFamily="18" charset="0"/>
                            </a:rPr>
                          </m:ctrlPr>
                        </m:sSubPr>
                        <m:e>
                          <m:r>
                            <a:rPr lang="en-US" b="1" i="1" smtClean="0">
                              <a:solidFill>
                                <a:schemeClr val="accent2">
                                  <a:lumMod val="60000"/>
                                  <a:lumOff val="40000"/>
                                </a:schemeClr>
                              </a:solidFill>
                              <a:latin typeface="Cambria Math" panose="02040503050406030204" pitchFamily="18" charset="0"/>
                            </a:rPr>
                            <m:t>𝒄</m:t>
                          </m:r>
                        </m:e>
                        <m:sub>
                          <m:r>
                            <a:rPr lang="en-US" b="1" i="1" smtClean="0">
                              <a:solidFill>
                                <a:schemeClr val="accent2">
                                  <a:lumMod val="60000"/>
                                  <a:lumOff val="40000"/>
                                </a:schemeClr>
                              </a:solidFill>
                              <a:latin typeface="Cambria Math" panose="02040503050406030204" pitchFamily="18" charset="0"/>
                            </a:rPr>
                            <m:t>𝟏</m:t>
                          </m:r>
                        </m:sub>
                      </m:sSub>
                      <m:r>
                        <a:rPr lang="en-US" b="1" i="1" smtClean="0">
                          <a:solidFill>
                            <a:schemeClr val="accent2">
                              <a:lumMod val="60000"/>
                              <a:lumOff val="40000"/>
                            </a:schemeClr>
                          </a:solidFill>
                          <a:latin typeface="Cambria Math" panose="02040503050406030204" pitchFamily="18" charset="0"/>
                        </a:rPr>
                        <m:t>𝒈</m:t>
                      </m:r>
                      <m:d>
                        <m:dPr>
                          <m:ctrlPr>
                            <a:rPr lang="en-US" b="1" i="1" smtClean="0">
                              <a:solidFill>
                                <a:schemeClr val="accent2">
                                  <a:lumMod val="60000"/>
                                  <a:lumOff val="40000"/>
                                </a:schemeClr>
                              </a:solidFill>
                              <a:latin typeface="Cambria Math" panose="02040503050406030204" pitchFamily="18" charset="0"/>
                            </a:rPr>
                          </m:ctrlPr>
                        </m:dPr>
                        <m:e>
                          <m:r>
                            <a:rPr lang="en-US" b="1" i="1" smtClean="0">
                              <a:solidFill>
                                <a:schemeClr val="accent2">
                                  <a:lumMod val="60000"/>
                                  <a:lumOff val="40000"/>
                                </a:schemeClr>
                              </a:solidFill>
                              <a:latin typeface="Cambria Math" panose="02040503050406030204" pitchFamily="18" charset="0"/>
                            </a:rPr>
                            <m:t>𝒙</m:t>
                          </m:r>
                        </m:e>
                      </m:d>
                    </m:oMath>
                  </m:oMathPara>
                </a14:m>
                <a:endParaRPr lang="en-US" b="1" i="1" dirty="0">
                  <a:solidFill>
                    <a:schemeClr val="accent2">
                      <a:lumMod val="60000"/>
                      <a:lumOff val="40000"/>
                    </a:schemeClr>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1" i="1" smtClean="0">
                          <a:solidFill>
                            <a:schemeClr val="accent2">
                              <a:lumMod val="60000"/>
                              <a:lumOff val="40000"/>
                            </a:schemeClr>
                          </a:solidFill>
                          <a:latin typeface="Cambria Math" panose="02040503050406030204" pitchFamily="18" charset="0"/>
                        </a:rPr>
                        <m:t>𝒇</m:t>
                      </m:r>
                      <m:d>
                        <m:dPr>
                          <m:ctrlPr>
                            <a:rPr lang="en-US" b="1" i="1" smtClean="0">
                              <a:solidFill>
                                <a:schemeClr val="accent2">
                                  <a:lumMod val="60000"/>
                                  <a:lumOff val="40000"/>
                                </a:schemeClr>
                              </a:solidFill>
                              <a:latin typeface="Cambria Math" panose="02040503050406030204" pitchFamily="18" charset="0"/>
                            </a:rPr>
                          </m:ctrlPr>
                        </m:dPr>
                        <m:e>
                          <m:r>
                            <a:rPr lang="en-US" b="1" i="1" smtClean="0">
                              <a:solidFill>
                                <a:schemeClr val="accent2">
                                  <a:lumMod val="60000"/>
                                  <a:lumOff val="40000"/>
                                </a:schemeClr>
                              </a:solidFill>
                              <a:latin typeface="Cambria Math" panose="02040503050406030204" pitchFamily="18" charset="0"/>
                            </a:rPr>
                            <m:t>𝒙</m:t>
                          </m:r>
                        </m:e>
                      </m:d>
                      <m:r>
                        <a:rPr lang="en-US" b="1" i="1" smtClean="0">
                          <a:solidFill>
                            <a:schemeClr val="accent2">
                              <a:lumMod val="60000"/>
                              <a:lumOff val="40000"/>
                            </a:schemeClr>
                          </a:solidFill>
                          <a:latin typeface="Cambria Math" panose="02040503050406030204" pitchFamily="18" charset="0"/>
                        </a:rPr>
                        <m:t>=</m:t>
                      </m:r>
                      <m:r>
                        <a:rPr lang="en-US" b="1" i="0" smtClean="0">
                          <a:solidFill>
                            <a:schemeClr val="accent2">
                              <a:lumMod val="60000"/>
                              <a:lumOff val="40000"/>
                            </a:schemeClr>
                          </a:solidFill>
                          <a:latin typeface="Cambria Math" panose="02040503050406030204" pitchFamily="18" charset="0"/>
                        </a:rPr>
                        <m:t>𝚯</m:t>
                      </m:r>
                      <m:d>
                        <m:dPr>
                          <m:ctrlPr>
                            <a:rPr lang="en-US" b="1" i="1" smtClean="0">
                              <a:solidFill>
                                <a:schemeClr val="accent2">
                                  <a:lumMod val="60000"/>
                                  <a:lumOff val="40000"/>
                                </a:schemeClr>
                              </a:solidFill>
                              <a:latin typeface="Cambria Math" panose="02040503050406030204" pitchFamily="18" charset="0"/>
                            </a:rPr>
                          </m:ctrlPr>
                        </m:dPr>
                        <m:e>
                          <m:r>
                            <a:rPr lang="en-US" b="1" i="1" smtClean="0">
                              <a:solidFill>
                                <a:schemeClr val="accent2">
                                  <a:lumMod val="60000"/>
                                  <a:lumOff val="40000"/>
                                </a:schemeClr>
                              </a:solidFill>
                              <a:latin typeface="Cambria Math" panose="02040503050406030204" pitchFamily="18" charset="0"/>
                            </a:rPr>
                            <m:t>𝒈</m:t>
                          </m:r>
                          <m:d>
                            <m:dPr>
                              <m:ctrlPr>
                                <a:rPr lang="en-US" b="1" i="1" smtClean="0">
                                  <a:solidFill>
                                    <a:schemeClr val="accent2">
                                      <a:lumMod val="60000"/>
                                      <a:lumOff val="40000"/>
                                    </a:schemeClr>
                                  </a:solidFill>
                                  <a:latin typeface="Cambria Math" panose="02040503050406030204" pitchFamily="18" charset="0"/>
                                </a:rPr>
                              </m:ctrlPr>
                            </m:dPr>
                            <m:e>
                              <m:r>
                                <a:rPr lang="en-US" b="1" i="1" smtClean="0">
                                  <a:solidFill>
                                    <a:schemeClr val="accent2">
                                      <a:lumMod val="60000"/>
                                      <a:lumOff val="40000"/>
                                    </a:schemeClr>
                                  </a:solidFill>
                                  <a:latin typeface="Cambria Math" panose="02040503050406030204" pitchFamily="18" charset="0"/>
                                </a:rPr>
                                <m:t>𝒙</m:t>
                              </m:r>
                            </m:e>
                          </m:d>
                        </m:e>
                      </m:d>
                      <m:r>
                        <a:rPr lang="en-US" b="1" i="1" smtClean="0">
                          <a:solidFill>
                            <a:schemeClr val="accent2">
                              <a:lumMod val="60000"/>
                              <a:lumOff val="40000"/>
                            </a:schemeClr>
                          </a:solidFill>
                          <a:latin typeface="Cambria Math" panose="02040503050406030204" pitchFamily="18" charset="0"/>
                        </a:rPr>
                        <m:t> </m:t>
                      </m:r>
                    </m:oMath>
                  </m:oMathPara>
                </a14:m>
                <a:endParaRPr lang="en-US" b="1" i="1" dirty="0">
                  <a:solidFill>
                    <a:schemeClr val="accent2">
                      <a:lumMod val="60000"/>
                      <a:lumOff val="40000"/>
                    </a:schemeClr>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1" i="1" smtClean="0">
                          <a:solidFill>
                            <a:schemeClr val="accent2">
                              <a:lumMod val="60000"/>
                              <a:lumOff val="40000"/>
                            </a:schemeClr>
                          </a:solidFill>
                          <a:latin typeface="Cambria Math" panose="02040503050406030204" pitchFamily="18" charset="0"/>
                        </a:rPr>
                        <m:t>𝒇𝒐𝒓</m:t>
                      </m:r>
                      <m:r>
                        <a:rPr lang="en-US" b="1" i="1" smtClean="0">
                          <a:solidFill>
                            <a:schemeClr val="accent2">
                              <a:lumMod val="60000"/>
                              <a:lumOff val="40000"/>
                            </a:schemeClr>
                          </a:solidFill>
                          <a:latin typeface="Cambria Math" panose="02040503050406030204" pitchFamily="18" charset="0"/>
                        </a:rPr>
                        <m:t> </m:t>
                      </m:r>
                      <m:r>
                        <a:rPr lang="en-US" b="1" i="1" smtClean="0">
                          <a:solidFill>
                            <a:schemeClr val="accent2">
                              <a:lumMod val="60000"/>
                              <a:lumOff val="40000"/>
                            </a:schemeClr>
                          </a:solidFill>
                          <a:latin typeface="Cambria Math" panose="02040503050406030204" pitchFamily="18" charset="0"/>
                        </a:rPr>
                        <m:t>𝒔𝒐𝒎𝒆</m:t>
                      </m:r>
                      <m:r>
                        <a:rPr lang="en-US" b="1" i="1" smtClean="0">
                          <a:solidFill>
                            <a:schemeClr val="accent2">
                              <a:lumMod val="60000"/>
                              <a:lumOff val="40000"/>
                            </a:schemeClr>
                          </a:solidFill>
                          <a:latin typeface="Cambria Math" panose="02040503050406030204" pitchFamily="18" charset="0"/>
                        </a:rPr>
                        <m:t> </m:t>
                      </m:r>
                      <m:r>
                        <a:rPr lang="en-US" b="1" i="1" smtClean="0">
                          <a:solidFill>
                            <a:schemeClr val="accent2">
                              <a:lumMod val="60000"/>
                              <a:lumOff val="40000"/>
                            </a:schemeClr>
                          </a:solidFill>
                          <a:latin typeface="Cambria Math" panose="02040503050406030204" pitchFamily="18" charset="0"/>
                        </a:rPr>
                        <m:t>𝒙</m:t>
                      </m:r>
                      <m:r>
                        <a:rPr lang="en-US" b="1" i="1" smtClean="0">
                          <a:solidFill>
                            <a:schemeClr val="accent2">
                              <a:lumMod val="60000"/>
                              <a:lumOff val="40000"/>
                            </a:schemeClr>
                          </a:solidFill>
                          <a:latin typeface="Cambria Math" panose="02040503050406030204" pitchFamily="18" charset="0"/>
                        </a:rPr>
                        <m:t>&gt;</m:t>
                      </m:r>
                      <m:r>
                        <a:rPr lang="en-US" b="1" i="1" smtClean="0">
                          <a:solidFill>
                            <a:schemeClr val="accent2">
                              <a:lumMod val="60000"/>
                              <a:lumOff val="40000"/>
                            </a:schemeClr>
                          </a:solidFill>
                          <a:latin typeface="Cambria Math" panose="02040503050406030204" pitchFamily="18" charset="0"/>
                        </a:rPr>
                        <m:t>𝒌</m:t>
                      </m:r>
                    </m:oMath>
                  </m:oMathPara>
                </a14:m>
                <a:endParaRPr lang="en-US" b="1" dirty="0">
                  <a:solidFill>
                    <a:schemeClr val="accent2">
                      <a:lumMod val="60000"/>
                      <a:lumOff val="40000"/>
                    </a:schemeClr>
                  </a:solidFill>
                </a:endParaRPr>
              </a:p>
            </p:txBody>
          </p:sp>
        </mc:Choice>
        <mc:Fallback xmlns="">
          <p:sp>
            <p:nvSpPr>
              <p:cNvPr id="22" name="TextBox 21">
                <a:extLst>
                  <a:ext uri="{FF2B5EF4-FFF2-40B4-BE49-F238E27FC236}">
                    <a16:creationId xmlns:a16="http://schemas.microsoft.com/office/drawing/2014/main" id="{5D4B3291-252D-CBB8-6DDC-B17240405B1C}"/>
                  </a:ext>
                </a:extLst>
              </p:cNvPr>
              <p:cNvSpPr txBox="1">
                <a:spLocks noRot="1" noChangeAspect="1" noMove="1" noResize="1" noEditPoints="1" noAdjustHandles="1" noChangeArrowheads="1" noChangeShapeType="1" noTextEdit="1"/>
              </p:cNvSpPr>
              <p:nvPr/>
            </p:nvSpPr>
            <p:spPr>
              <a:xfrm>
                <a:off x="6924852" y="3868853"/>
                <a:ext cx="4925227" cy="866648"/>
              </a:xfrm>
              <a:prstGeom prst="rect">
                <a:avLst/>
              </a:prstGeom>
              <a:blipFill>
                <a:blip r:embed="rId5"/>
                <a:stretch>
                  <a:fillRect t="-2857" b="-10000"/>
                </a:stretch>
              </a:blipFill>
              <a:ln>
                <a:solidFill>
                  <a:schemeClr val="accent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6D799930-9DDA-291C-AADF-47F01403F37B}"/>
                  </a:ext>
                </a:extLst>
              </p:cNvPr>
              <p:cNvSpPr txBox="1"/>
              <p:nvPr/>
            </p:nvSpPr>
            <p:spPr>
              <a:xfrm>
                <a:off x="6936354" y="3016097"/>
                <a:ext cx="1566006" cy="770404"/>
              </a:xfrm>
              <a:prstGeom prst="rect">
                <a:avLst/>
              </a:prstGeom>
              <a:noFill/>
              <a:ln>
                <a:solidFill>
                  <a:schemeClr val="accent2"/>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chemeClr val="accent1">
                                  <a:lumMod val="20000"/>
                                  <a:lumOff val="80000"/>
                                </a:schemeClr>
                              </a:solidFill>
                              <a:latin typeface="Cambria Math" panose="02040503050406030204" pitchFamily="18" charset="0"/>
                            </a:rPr>
                          </m:ctrlPr>
                        </m:sSubPr>
                        <m:e>
                          <m:r>
                            <a:rPr lang="en-US" sz="1600" b="1" i="1" smtClean="0">
                              <a:solidFill>
                                <a:schemeClr val="accent1">
                                  <a:lumMod val="20000"/>
                                  <a:lumOff val="80000"/>
                                </a:schemeClr>
                              </a:solidFill>
                              <a:latin typeface="Cambria Math" panose="02040503050406030204" pitchFamily="18" charset="0"/>
                            </a:rPr>
                            <m:t>𝒄</m:t>
                          </m:r>
                        </m:e>
                        <m:sub>
                          <m:r>
                            <a:rPr lang="en-US" sz="1600" b="1" i="1" smtClean="0">
                              <a:solidFill>
                                <a:schemeClr val="accent1">
                                  <a:lumMod val="20000"/>
                                  <a:lumOff val="80000"/>
                                </a:schemeClr>
                              </a:solidFill>
                              <a:latin typeface="Cambria Math" panose="02040503050406030204" pitchFamily="18" charset="0"/>
                            </a:rPr>
                            <m:t>𝟐</m:t>
                          </m:r>
                        </m:sub>
                      </m:sSub>
                      <m:r>
                        <a:rPr lang="en-US" sz="1600" b="1" i="1" smtClean="0">
                          <a:solidFill>
                            <a:schemeClr val="accent1">
                              <a:lumMod val="20000"/>
                              <a:lumOff val="80000"/>
                            </a:schemeClr>
                          </a:solidFill>
                          <a:latin typeface="Cambria Math" panose="02040503050406030204" pitchFamily="18" charset="0"/>
                        </a:rPr>
                        <m:t>𝒈</m:t>
                      </m:r>
                      <m:d>
                        <m:dPr>
                          <m:ctrlPr>
                            <a:rPr lang="en-US" sz="1600" b="1" i="1" smtClean="0">
                              <a:solidFill>
                                <a:schemeClr val="accent1">
                                  <a:lumMod val="20000"/>
                                  <a:lumOff val="80000"/>
                                </a:schemeClr>
                              </a:solidFill>
                              <a:latin typeface="Cambria Math" panose="02040503050406030204" pitchFamily="18" charset="0"/>
                            </a:rPr>
                          </m:ctrlPr>
                        </m:dPr>
                        <m:e>
                          <m:r>
                            <a:rPr lang="en-US" sz="1600" b="1" i="1" smtClean="0">
                              <a:solidFill>
                                <a:schemeClr val="accent1">
                                  <a:lumMod val="20000"/>
                                  <a:lumOff val="80000"/>
                                </a:schemeClr>
                              </a:solidFill>
                              <a:latin typeface="Cambria Math" panose="02040503050406030204" pitchFamily="18" charset="0"/>
                            </a:rPr>
                            <m:t>𝒙</m:t>
                          </m:r>
                        </m:e>
                      </m:d>
                      <m:r>
                        <a:rPr lang="en-US" sz="1600" b="1" i="1" smtClean="0">
                          <a:solidFill>
                            <a:schemeClr val="accent1">
                              <a:lumMod val="20000"/>
                              <a:lumOff val="80000"/>
                            </a:schemeClr>
                          </a:solidFill>
                          <a:latin typeface="Cambria Math" panose="02040503050406030204" pitchFamily="18" charset="0"/>
                        </a:rPr>
                        <m:t>≥ </m:t>
                      </m:r>
                      <m:r>
                        <a:rPr lang="en-US" sz="1600" b="1" i="1" smtClean="0">
                          <a:solidFill>
                            <a:schemeClr val="accent1">
                              <a:lumMod val="20000"/>
                              <a:lumOff val="80000"/>
                            </a:schemeClr>
                          </a:solidFill>
                          <a:latin typeface="Cambria Math" panose="02040503050406030204" pitchFamily="18" charset="0"/>
                        </a:rPr>
                        <m:t>𝒇</m:t>
                      </m:r>
                      <m:d>
                        <m:dPr>
                          <m:ctrlPr>
                            <a:rPr lang="en-US" sz="1600" b="1" i="1" smtClean="0">
                              <a:solidFill>
                                <a:schemeClr val="accent1">
                                  <a:lumMod val="20000"/>
                                  <a:lumOff val="80000"/>
                                </a:schemeClr>
                              </a:solidFill>
                              <a:latin typeface="Cambria Math" panose="02040503050406030204" pitchFamily="18" charset="0"/>
                            </a:rPr>
                          </m:ctrlPr>
                        </m:dPr>
                        <m:e>
                          <m:r>
                            <a:rPr lang="en-US" sz="1600" b="1" i="1" smtClean="0">
                              <a:solidFill>
                                <a:schemeClr val="accent1">
                                  <a:lumMod val="20000"/>
                                  <a:lumOff val="80000"/>
                                </a:schemeClr>
                              </a:solidFill>
                              <a:latin typeface="Cambria Math" panose="02040503050406030204" pitchFamily="18" charset="0"/>
                            </a:rPr>
                            <m:t>𝒙</m:t>
                          </m:r>
                        </m:e>
                      </m:d>
                    </m:oMath>
                  </m:oMathPara>
                </a14:m>
                <a:endParaRPr lang="en-US" sz="1600" b="1" i="1" dirty="0">
                  <a:solidFill>
                    <a:schemeClr val="accent1">
                      <a:lumMod val="20000"/>
                      <a:lumOff val="80000"/>
                    </a:schemeClr>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1600" b="1" i="1" smtClean="0">
                          <a:solidFill>
                            <a:schemeClr val="accent1">
                              <a:lumMod val="20000"/>
                              <a:lumOff val="80000"/>
                            </a:schemeClr>
                          </a:solidFill>
                          <a:latin typeface="Cambria Math" panose="02040503050406030204" pitchFamily="18" charset="0"/>
                        </a:rPr>
                        <m:t>𝒇</m:t>
                      </m:r>
                      <m:d>
                        <m:dPr>
                          <m:ctrlPr>
                            <a:rPr lang="en-US" sz="1600" b="1" i="1" smtClean="0">
                              <a:solidFill>
                                <a:schemeClr val="accent1">
                                  <a:lumMod val="20000"/>
                                  <a:lumOff val="80000"/>
                                </a:schemeClr>
                              </a:solidFill>
                              <a:latin typeface="Cambria Math" panose="02040503050406030204" pitchFamily="18" charset="0"/>
                            </a:rPr>
                          </m:ctrlPr>
                        </m:dPr>
                        <m:e>
                          <m:r>
                            <a:rPr lang="en-US" sz="1600" b="1" i="1" smtClean="0">
                              <a:solidFill>
                                <a:schemeClr val="accent1">
                                  <a:lumMod val="20000"/>
                                  <a:lumOff val="80000"/>
                                </a:schemeClr>
                              </a:solidFill>
                              <a:latin typeface="Cambria Math" panose="02040503050406030204" pitchFamily="18" charset="0"/>
                            </a:rPr>
                            <m:t>𝒙</m:t>
                          </m:r>
                        </m:e>
                      </m:d>
                      <m:r>
                        <a:rPr lang="en-US" sz="1600" b="1" i="1" smtClean="0">
                          <a:solidFill>
                            <a:schemeClr val="accent1">
                              <a:lumMod val="20000"/>
                              <a:lumOff val="80000"/>
                            </a:schemeClr>
                          </a:solidFill>
                          <a:latin typeface="Cambria Math" panose="02040503050406030204" pitchFamily="18" charset="0"/>
                        </a:rPr>
                        <m:t>=</m:t>
                      </m:r>
                      <m:r>
                        <a:rPr lang="en-US" sz="1600" b="1" i="1" smtClean="0">
                          <a:solidFill>
                            <a:schemeClr val="accent1">
                              <a:lumMod val="20000"/>
                              <a:lumOff val="80000"/>
                            </a:schemeClr>
                          </a:solidFill>
                          <a:latin typeface="Cambria Math" panose="02040503050406030204" pitchFamily="18" charset="0"/>
                        </a:rPr>
                        <m:t>𝑶</m:t>
                      </m:r>
                      <m:d>
                        <m:dPr>
                          <m:ctrlPr>
                            <a:rPr lang="en-US" sz="1600" b="1" i="1" smtClean="0">
                              <a:solidFill>
                                <a:schemeClr val="accent1">
                                  <a:lumMod val="20000"/>
                                  <a:lumOff val="80000"/>
                                </a:schemeClr>
                              </a:solidFill>
                              <a:latin typeface="Cambria Math" panose="02040503050406030204" pitchFamily="18" charset="0"/>
                            </a:rPr>
                          </m:ctrlPr>
                        </m:dPr>
                        <m:e>
                          <m:r>
                            <a:rPr lang="en-US" sz="1600" b="1" i="1" smtClean="0">
                              <a:solidFill>
                                <a:schemeClr val="accent1">
                                  <a:lumMod val="20000"/>
                                  <a:lumOff val="80000"/>
                                </a:schemeClr>
                              </a:solidFill>
                              <a:latin typeface="Cambria Math" panose="02040503050406030204" pitchFamily="18" charset="0"/>
                            </a:rPr>
                            <m:t>𝒈</m:t>
                          </m:r>
                          <m:d>
                            <m:dPr>
                              <m:ctrlPr>
                                <a:rPr lang="en-US" sz="1600" b="1" i="1" smtClean="0">
                                  <a:solidFill>
                                    <a:schemeClr val="accent1">
                                      <a:lumMod val="20000"/>
                                      <a:lumOff val="80000"/>
                                    </a:schemeClr>
                                  </a:solidFill>
                                  <a:latin typeface="Cambria Math" panose="02040503050406030204" pitchFamily="18" charset="0"/>
                                </a:rPr>
                              </m:ctrlPr>
                            </m:dPr>
                            <m:e>
                              <m:r>
                                <a:rPr lang="en-US" sz="1600" b="1" i="1" smtClean="0">
                                  <a:solidFill>
                                    <a:schemeClr val="accent1">
                                      <a:lumMod val="20000"/>
                                      <a:lumOff val="80000"/>
                                    </a:schemeClr>
                                  </a:solidFill>
                                  <a:latin typeface="Cambria Math" panose="02040503050406030204" pitchFamily="18" charset="0"/>
                                </a:rPr>
                                <m:t>𝒙</m:t>
                              </m:r>
                            </m:e>
                          </m:d>
                        </m:e>
                      </m:d>
                      <m:r>
                        <a:rPr lang="en-US" sz="1600" b="1" i="1" smtClean="0">
                          <a:solidFill>
                            <a:schemeClr val="accent1">
                              <a:lumMod val="20000"/>
                              <a:lumOff val="80000"/>
                            </a:schemeClr>
                          </a:solidFill>
                          <a:latin typeface="Cambria Math" panose="02040503050406030204" pitchFamily="18" charset="0"/>
                        </a:rPr>
                        <m:t> </m:t>
                      </m:r>
                    </m:oMath>
                  </m:oMathPara>
                </a14:m>
                <a:endParaRPr lang="en-US" sz="1600" b="1" i="1" dirty="0">
                  <a:solidFill>
                    <a:schemeClr val="accent1">
                      <a:lumMod val="20000"/>
                      <a:lumOff val="80000"/>
                    </a:schemeClr>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1600" b="1" i="1" smtClean="0">
                          <a:solidFill>
                            <a:schemeClr val="accent1">
                              <a:lumMod val="20000"/>
                              <a:lumOff val="80000"/>
                            </a:schemeClr>
                          </a:solidFill>
                          <a:latin typeface="Cambria Math" panose="02040503050406030204" pitchFamily="18" charset="0"/>
                        </a:rPr>
                        <m:t>𝒇𝒐𝒓</m:t>
                      </m:r>
                      <m:r>
                        <a:rPr lang="en-US" sz="1600" b="1" i="1" smtClean="0">
                          <a:solidFill>
                            <a:schemeClr val="accent1">
                              <a:lumMod val="20000"/>
                              <a:lumOff val="80000"/>
                            </a:schemeClr>
                          </a:solidFill>
                          <a:latin typeface="Cambria Math" panose="02040503050406030204" pitchFamily="18" charset="0"/>
                        </a:rPr>
                        <m:t> </m:t>
                      </m:r>
                      <m:r>
                        <a:rPr lang="en-US" sz="1600" b="1" i="1" smtClean="0">
                          <a:solidFill>
                            <a:schemeClr val="accent1">
                              <a:lumMod val="20000"/>
                              <a:lumOff val="80000"/>
                            </a:schemeClr>
                          </a:solidFill>
                          <a:latin typeface="Cambria Math" panose="02040503050406030204" pitchFamily="18" charset="0"/>
                        </a:rPr>
                        <m:t>𝒔𝒐𝒎𝒆</m:t>
                      </m:r>
                      <m:r>
                        <a:rPr lang="en-US" sz="1600" b="1" i="1" smtClean="0">
                          <a:solidFill>
                            <a:schemeClr val="accent1">
                              <a:lumMod val="20000"/>
                              <a:lumOff val="80000"/>
                            </a:schemeClr>
                          </a:solidFill>
                          <a:latin typeface="Cambria Math" panose="02040503050406030204" pitchFamily="18" charset="0"/>
                        </a:rPr>
                        <m:t> </m:t>
                      </m:r>
                      <m:r>
                        <a:rPr lang="en-US" sz="1600" b="1" i="1" smtClean="0">
                          <a:solidFill>
                            <a:schemeClr val="accent1">
                              <a:lumMod val="20000"/>
                              <a:lumOff val="80000"/>
                            </a:schemeClr>
                          </a:solidFill>
                          <a:latin typeface="Cambria Math" panose="02040503050406030204" pitchFamily="18" charset="0"/>
                        </a:rPr>
                        <m:t>𝒙</m:t>
                      </m:r>
                      <m:r>
                        <a:rPr lang="en-US" sz="1600" b="1" i="1" smtClean="0">
                          <a:solidFill>
                            <a:schemeClr val="accent1">
                              <a:lumMod val="20000"/>
                              <a:lumOff val="80000"/>
                            </a:schemeClr>
                          </a:solidFill>
                          <a:latin typeface="Cambria Math" panose="02040503050406030204" pitchFamily="18" charset="0"/>
                        </a:rPr>
                        <m:t>&gt;</m:t>
                      </m:r>
                      <m:r>
                        <a:rPr lang="en-US" sz="1600" b="1" i="1" smtClean="0">
                          <a:solidFill>
                            <a:schemeClr val="accent1">
                              <a:lumMod val="20000"/>
                              <a:lumOff val="80000"/>
                            </a:schemeClr>
                          </a:solidFill>
                          <a:latin typeface="Cambria Math" panose="02040503050406030204" pitchFamily="18" charset="0"/>
                        </a:rPr>
                        <m:t>𝒌</m:t>
                      </m:r>
                    </m:oMath>
                  </m:oMathPara>
                </a14:m>
                <a:endParaRPr lang="en-US" sz="1600" b="1" dirty="0">
                  <a:solidFill>
                    <a:schemeClr val="accent1">
                      <a:lumMod val="20000"/>
                      <a:lumOff val="80000"/>
                    </a:schemeClr>
                  </a:solidFill>
                </a:endParaRPr>
              </a:p>
            </p:txBody>
          </p:sp>
        </mc:Choice>
        <mc:Fallback xmlns="">
          <p:sp>
            <p:nvSpPr>
              <p:cNvPr id="23" name="TextBox 22">
                <a:extLst>
                  <a:ext uri="{FF2B5EF4-FFF2-40B4-BE49-F238E27FC236}">
                    <a16:creationId xmlns:a16="http://schemas.microsoft.com/office/drawing/2014/main" id="{6D799930-9DDA-291C-AADF-47F01403F37B}"/>
                  </a:ext>
                </a:extLst>
              </p:cNvPr>
              <p:cNvSpPr txBox="1">
                <a:spLocks noRot="1" noChangeAspect="1" noMove="1" noResize="1" noEditPoints="1" noAdjustHandles="1" noChangeArrowheads="1" noChangeShapeType="1" noTextEdit="1"/>
              </p:cNvSpPr>
              <p:nvPr/>
            </p:nvSpPr>
            <p:spPr>
              <a:xfrm>
                <a:off x="6936354" y="3016097"/>
                <a:ext cx="1566006" cy="770404"/>
              </a:xfrm>
              <a:prstGeom prst="rect">
                <a:avLst/>
              </a:prstGeom>
              <a:blipFill>
                <a:blip r:embed="rId6"/>
                <a:stretch>
                  <a:fillRect l="-2381" t="-3226" r="-2381" b="-11290"/>
                </a:stretch>
              </a:blipFill>
              <a:ln>
                <a:solidFill>
                  <a:schemeClr val="accent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E31C1FD4-31DC-C162-364F-9912937709FF}"/>
                  </a:ext>
                </a:extLst>
              </p:cNvPr>
              <p:cNvSpPr txBox="1"/>
              <p:nvPr/>
            </p:nvSpPr>
            <p:spPr>
              <a:xfrm>
                <a:off x="9558427" y="3007276"/>
                <a:ext cx="2291653" cy="770404"/>
              </a:xfrm>
              <a:prstGeom prst="rect">
                <a:avLst/>
              </a:prstGeom>
              <a:noFill/>
              <a:ln>
                <a:solidFill>
                  <a:schemeClr val="accent2"/>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chemeClr val="accent1">
                                  <a:lumMod val="20000"/>
                                  <a:lumOff val="80000"/>
                                </a:schemeClr>
                              </a:solidFill>
                              <a:latin typeface="Cambria Math" panose="02040503050406030204" pitchFamily="18" charset="0"/>
                            </a:rPr>
                          </m:ctrlPr>
                        </m:sSubPr>
                        <m:e>
                          <m:r>
                            <a:rPr lang="en-US" sz="1600" b="1" i="1" smtClean="0">
                              <a:solidFill>
                                <a:schemeClr val="accent1">
                                  <a:lumMod val="20000"/>
                                  <a:lumOff val="80000"/>
                                </a:schemeClr>
                              </a:solidFill>
                              <a:latin typeface="Cambria Math" panose="02040503050406030204" pitchFamily="18" charset="0"/>
                            </a:rPr>
                            <m:t>𝒄</m:t>
                          </m:r>
                        </m:e>
                        <m:sub>
                          <m:r>
                            <a:rPr lang="en-US" sz="1600" b="1" i="1" smtClean="0">
                              <a:solidFill>
                                <a:schemeClr val="accent1">
                                  <a:lumMod val="20000"/>
                                  <a:lumOff val="80000"/>
                                </a:schemeClr>
                              </a:solidFill>
                              <a:latin typeface="Cambria Math" panose="02040503050406030204" pitchFamily="18" charset="0"/>
                            </a:rPr>
                            <m:t>𝟐</m:t>
                          </m:r>
                        </m:sub>
                      </m:sSub>
                      <m:r>
                        <a:rPr lang="en-US" sz="1600" b="1" i="1" smtClean="0">
                          <a:solidFill>
                            <a:schemeClr val="accent1">
                              <a:lumMod val="20000"/>
                              <a:lumOff val="80000"/>
                            </a:schemeClr>
                          </a:solidFill>
                          <a:latin typeface="Cambria Math" panose="02040503050406030204" pitchFamily="18" charset="0"/>
                        </a:rPr>
                        <m:t>𝒈</m:t>
                      </m:r>
                      <m:d>
                        <m:dPr>
                          <m:ctrlPr>
                            <a:rPr lang="en-US" sz="1600" b="1" i="1" smtClean="0">
                              <a:solidFill>
                                <a:schemeClr val="accent1">
                                  <a:lumMod val="20000"/>
                                  <a:lumOff val="80000"/>
                                </a:schemeClr>
                              </a:solidFill>
                              <a:latin typeface="Cambria Math" panose="02040503050406030204" pitchFamily="18" charset="0"/>
                            </a:rPr>
                          </m:ctrlPr>
                        </m:dPr>
                        <m:e>
                          <m:r>
                            <a:rPr lang="en-US" sz="1600" b="1" i="1" smtClean="0">
                              <a:solidFill>
                                <a:schemeClr val="accent1">
                                  <a:lumMod val="20000"/>
                                  <a:lumOff val="80000"/>
                                </a:schemeClr>
                              </a:solidFill>
                              <a:latin typeface="Cambria Math" panose="02040503050406030204" pitchFamily="18" charset="0"/>
                            </a:rPr>
                            <m:t>𝒙</m:t>
                          </m:r>
                        </m:e>
                      </m:d>
                      <m:r>
                        <a:rPr lang="en-US" sz="1600" b="1" i="1" smtClean="0">
                          <a:solidFill>
                            <a:schemeClr val="accent1">
                              <a:lumMod val="20000"/>
                              <a:lumOff val="80000"/>
                            </a:schemeClr>
                          </a:solidFill>
                          <a:latin typeface="Cambria Math" panose="02040503050406030204" pitchFamily="18" charset="0"/>
                        </a:rPr>
                        <m:t>≥ </m:t>
                      </m:r>
                      <m:r>
                        <a:rPr lang="en-US" sz="1600" b="1" i="1" smtClean="0">
                          <a:solidFill>
                            <a:schemeClr val="accent1">
                              <a:lumMod val="20000"/>
                              <a:lumOff val="80000"/>
                            </a:schemeClr>
                          </a:solidFill>
                          <a:latin typeface="Cambria Math" panose="02040503050406030204" pitchFamily="18" charset="0"/>
                        </a:rPr>
                        <m:t>𝒇</m:t>
                      </m:r>
                      <m:d>
                        <m:dPr>
                          <m:ctrlPr>
                            <a:rPr lang="en-US" sz="1600" b="1" i="1" smtClean="0">
                              <a:solidFill>
                                <a:schemeClr val="accent1">
                                  <a:lumMod val="20000"/>
                                  <a:lumOff val="80000"/>
                                </a:schemeClr>
                              </a:solidFill>
                              <a:latin typeface="Cambria Math" panose="02040503050406030204" pitchFamily="18" charset="0"/>
                            </a:rPr>
                          </m:ctrlPr>
                        </m:dPr>
                        <m:e>
                          <m:r>
                            <a:rPr lang="en-US" sz="1600" b="1" i="1" smtClean="0">
                              <a:solidFill>
                                <a:schemeClr val="accent1">
                                  <a:lumMod val="20000"/>
                                  <a:lumOff val="80000"/>
                                </a:schemeClr>
                              </a:solidFill>
                              <a:latin typeface="Cambria Math" panose="02040503050406030204" pitchFamily="18" charset="0"/>
                            </a:rPr>
                            <m:t>𝒙</m:t>
                          </m:r>
                        </m:e>
                      </m:d>
                      <m:r>
                        <a:rPr lang="en-US" sz="1600" b="1" i="1" smtClean="0">
                          <a:solidFill>
                            <a:schemeClr val="accent1">
                              <a:lumMod val="20000"/>
                              <a:lumOff val="80000"/>
                            </a:schemeClr>
                          </a:solidFill>
                          <a:latin typeface="Cambria Math" panose="02040503050406030204" pitchFamily="18" charset="0"/>
                        </a:rPr>
                        <m:t>≥</m:t>
                      </m:r>
                      <m:sSub>
                        <m:sSubPr>
                          <m:ctrlPr>
                            <a:rPr lang="en-US" sz="1600" b="1" i="1" smtClean="0">
                              <a:solidFill>
                                <a:schemeClr val="accent1">
                                  <a:lumMod val="20000"/>
                                  <a:lumOff val="80000"/>
                                </a:schemeClr>
                              </a:solidFill>
                              <a:latin typeface="Cambria Math" panose="02040503050406030204" pitchFamily="18" charset="0"/>
                            </a:rPr>
                          </m:ctrlPr>
                        </m:sSubPr>
                        <m:e>
                          <m:r>
                            <a:rPr lang="en-US" sz="1600" b="1" i="1" smtClean="0">
                              <a:solidFill>
                                <a:schemeClr val="accent1">
                                  <a:lumMod val="20000"/>
                                  <a:lumOff val="80000"/>
                                </a:schemeClr>
                              </a:solidFill>
                              <a:latin typeface="Cambria Math" panose="02040503050406030204" pitchFamily="18" charset="0"/>
                            </a:rPr>
                            <m:t>𝒄</m:t>
                          </m:r>
                        </m:e>
                        <m:sub>
                          <m:r>
                            <a:rPr lang="en-US" sz="1600" b="1" i="1" smtClean="0">
                              <a:solidFill>
                                <a:schemeClr val="accent1">
                                  <a:lumMod val="20000"/>
                                  <a:lumOff val="80000"/>
                                </a:schemeClr>
                              </a:solidFill>
                              <a:latin typeface="Cambria Math" panose="02040503050406030204" pitchFamily="18" charset="0"/>
                            </a:rPr>
                            <m:t>𝟏</m:t>
                          </m:r>
                        </m:sub>
                      </m:sSub>
                      <m:r>
                        <a:rPr lang="en-US" sz="1600" b="1" i="1" smtClean="0">
                          <a:solidFill>
                            <a:schemeClr val="accent1">
                              <a:lumMod val="20000"/>
                              <a:lumOff val="80000"/>
                            </a:schemeClr>
                          </a:solidFill>
                          <a:latin typeface="Cambria Math" panose="02040503050406030204" pitchFamily="18" charset="0"/>
                        </a:rPr>
                        <m:t>𝒈</m:t>
                      </m:r>
                      <m:d>
                        <m:dPr>
                          <m:ctrlPr>
                            <a:rPr lang="en-US" sz="1600" b="1" i="1" smtClean="0">
                              <a:solidFill>
                                <a:schemeClr val="accent1">
                                  <a:lumMod val="20000"/>
                                  <a:lumOff val="80000"/>
                                </a:schemeClr>
                              </a:solidFill>
                              <a:latin typeface="Cambria Math" panose="02040503050406030204" pitchFamily="18" charset="0"/>
                            </a:rPr>
                          </m:ctrlPr>
                        </m:dPr>
                        <m:e>
                          <m:r>
                            <a:rPr lang="en-US" sz="1600" b="1" i="1" smtClean="0">
                              <a:solidFill>
                                <a:schemeClr val="accent1">
                                  <a:lumMod val="20000"/>
                                  <a:lumOff val="80000"/>
                                </a:schemeClr>
                              </a:solidFill>
                              <a:latin typeface="Cambria Math" panose="02040503050406030204" pitchFamily="18" charset="0"/>
                            </a:rPr>
                            <m:t>𝒙</m:t>
                          </m:r>
                        </m:e>
                      </m:d>
                    </m:oMath>
                  </m:oMathPara>
                </a14:m>
                <a:endParaRPr lang="en-US" sz="1600" b="1" i="1" dirty="0">
                  <a:solidFill>
                    <a:schemeClr val="accent1">
                      <a:lumMod val="20000"/>
                      <a:lumOff val="80000"/>
                    </a:schemeClr>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1600" b="1" i="1" smtClean="0">
                          <a:solidFill>
                            <a:schemeClr val="accent1">
                              <a:lumMod val="20000"/>
                              <a:lumOff val="80000"/>
                            </a:schemeClr>
                          </a:solidFill>
                          <a:latin typeface="Cambria Math" panose="02040503050406030204" pitchFamily="18" charset="0"/>
                        </a:rPr>
                        <m:t>𝒇</m:t>
                      </m:r>
                      <m:d>
                        <m:dPr>
                          <m:ctrlPr>
                            <a:rPr lang="en-US" sz="1600" b="1" i="1" smtClean="0">
                              <a:solidFill>
                                <a:schemeClr val="accent1">
                                  <a:lumMod val="20000"/>
                                  <a:lumOff val="80000"/>
                                </a:schemeClr>
                              </a:solidFill>
                              <a:latin typeface="Cambria Math" panose="02040503050406030204" pitchFamily="18" charset="0"/>
                            </a:rPr>
                          </m:ctrlPr>
                        </m:dPr>
                        <m:e>
                          <m:r>
                            <a:rPr lang="en-US" sz="1600" b="1" i="1" smtClean="0">
                              <a:solidFill>
                                <a:schemeClr val="accent1">
                                  <a:lumMod val="20000"/>
                                  <a:lumOff val="80000"/>
                                </a:schemeClr>
                              </a:solidFill>
                              <a:latin typeface="Cambria Math" panose="02040503050406030204" pitchFamily="18" charset="0"/>
                            </a:rPr>
                            <m:t>𝒙</m:t>
                          </m:r>
                        </m:e>
                      </m:d>
                      <m:r>
                        <a:rPr lang="en-US" sz="1600" b="1" i="1" smtClean="0">
                          <a:solidFill>
                            <a:schemeClr val="accent1">
                              <a:lumMod val="20000"/>
                              <a:lumOff val="80000"/>
                            </a:schemeClr>
                          </a:solidFill>
                          <a:latin typeface="Cambria Math" panose="02040503050406030204" pitchFamily="18" charset="0"/>
                        </a:rPr>
                        <m:t>=</m:t>
                      </m:r>
                      <m:r>
                        <a:rPr lang="en-US" sz="1600" b="1" i="0" smtClean="0">
                          <a:solidFill>
                            <a:schemeClr val="accent1">
                              <a:lumMod val="20000"/>
                              <a:lumOff val="80000"/>
                            </a:schemeClr>
                          </a:solidFill>
                          <a:latin typeface="Cambria Math" panose="02040503050406030204" pitchFamily="18" charset="0"/>
                        </a:rPr>
                        <m:t>𝛀</m:t>
                      </m:r>
                      <m:d>
                        <m:dPr>
                          <m:ctrlPr>
                            <a:rPr lang="en-US" sz="1600" b="1" i="1" smtClean="0">
                              <a:solidFill>
                                <a:schemeClr val="accent1">
                                  <a:lumMod val="20000"/>
                                  <a:lumOff val="80000"/>
                                </a:schemeClr>
                              </a:solidFill>
                              <a:latin typeface="Cambria Math" panose="02040503050406030204" pitchFamily="18" charset="0"/>
                            </a:rPr>
                          </m:ctrlPr>
                        </m:dPr>
                        <m:e>
                          <m:r>
                            <a:rPr lang="en-US" sz="1600" b="1" i="1" smtClean="0">
                              <a:solidFill>
                                <a:schemeClr val="accent1">
                                  <a:lumMod val="20000"/>
                                  <a:lumOff val="80000"/>
                                </a:schemeClr>
                              </a:solidFill>
                              <a:latin typeface="Cambria Math" panose="02040503050406030204" pitchFamily="18" charset="0"/>
                            </a:rPr>
                            <m:t>𝒈</m:t>
                          </m:r>
                          <m:d>
                            <m:dPr>
                              <m:ctrlPr>
                                <a:rPr lang="en-US" sz="1600" b="1" i="1" smtClean="0">
                                  <a:solidFill>
                                    <a:schemeClr val="accent1">
                                      <a:lumMod val="20000"/>
                                      <a:lumOff val="80000"/>
                                    </a:schemeClr>
                                  </a:solidFill>
                                  <a:latin typeface="Cambria Math" panose="02040503050406030204" pitchFamily="18" charset="0"/>
                                </a:rPr>
                              </m:ctrlPr>
                            </m:dPr>
                            <m:e>
                              <m:r>
                                <a:rPr lang="en-US" sz="1600" b="1" i="1" smtClean="0">
                                  <a:solidFill>
                                    <a:schemeClr val="accent1">
                                      <a:lumMod val="20000"/>
                                      <a:lumOff val="80000"/>
                                    </a:schemeClr>
                                  </a:solidFill>
                                  <a:latin typeface="Cambria Math" panose="02040503050406030204" pitchFamily="18" charset="0"/>
                                </a:rPr>
                                <m:t>𝒙</m:t>
                              </m:r>
                            </m:e>
                          </m:d>
                        </m:e>
                      </m:d>
                      <m:r>
                        <a:rPr lang="en-US" sz="1600" b="1" i="1" smtClean="0">
                          <a:solidFill>
                            <a:schemeClr val="accent1">
                              <a:lumMod val="20000"/>
                              <a:lumOff val="80000"/>
                            </a:schemeClr>
                          </a:solidFill>
                          <a:latin typeface="Cambria Math" panose="02040503050406030204" pitchFamily="18" charset="0"/>
                        </a:rPr>
                        <m:t> </m:t>
                      </m:r>
                    </m:oMath>
                  </m:oMathPara>
                </a14:m>
                <a:endParaRPr lang="en-US" sz="1600" b="1" i="1" dirty="0">
                  <a:solidFill>
                    <a:schemeClr val="accent1">
                      <a:lumMod val="20000"/>
                      <a:lumOff val="80000"/>
                    </a:schemeClr>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1600" b="1" i="1" smtClean="0">
                          <a:solidFill>
                            <a:schemeClr val="accent1">
                              <a:lumMod val="20000"/>
                              <a:lumOff val="80000"/>
                            </a:schemeClr>
                          </a:solidFill>
                          <a:latin typeface="Cambria Math" panose="02040503050406030204" pitchFamily="18" charset="0"/>
                        </a:rPr>
                        <m:t>𝒇𝒐𝒓</m:t>
                      </m:r>
                      <m:r>
                        <a:rPr lang="en-US" sz="1600" b="1" i="1" smtClean="0">
                          <a:solidFill>
                            <a:schemeClr val="accent1">
                              <a:lumMod val="20000"/>
                              <a:lumOff val="80000"/>
                            </a:schemeClr>
                          </a:solidFill>
                          <a:latin typeface="Cambria Math" panose="02040503050406030204" pitchFamily="18" charset="0"/>
                        </a:rPr>
                        <m:t> </m:t>
                      </m:r>
                      <m:r>
                        <a:rPr lang="en-US" sz="1600" b="1" i="1" smtClean="0">
                          <a:solidFill>
                            <a:schemeClr val="accent1">
                              <a:lumMod val="20000"/>
                              <a:lumOff val="80000"/>
                            </a:schemeClr>
                          </a:solidFill>
                          <a:latin typeface="Cambria Math" panose="02040503050406030204" pitchFamily="18" charset="0"/>
                        </a:rPr>
                        <m:t>𝒔𝒐𝒎𝒆</m:t>
                      </m:r>
                      <m:r>
                        <a:rPr lang="en-US" sz="1600" b="1" i="1" smtClean="0">
                          <a:solidFill>
                            <a:schemeClr val="accent1">
                              <a:lumMod val="20000"/>
                              <a:lumOff val="80000"/>
                            </a:schemeClr>
                          </a:solidFill>
                          <a:latin typeface="Cambria Math" panose="02040503050406030204" pitchFamily="18" charset="0"/>
                        </a:rPr>
                        <m:t> </m:t>
                      </m:r>
                      <m:r>
                        <a:rPr lang="en-US" sz="1600" b="1" i="1" smtClean="0">
                          <a:solidFill>
                            <a:schemeClr val="accent1">
                              <a:lumMod val="20000"/>
                              <a:lumOff val="80000"/>
                            </a:schemeClr>
                          </a:solidFill>
                          <a:latin typeface="Cambria Math" panose="02040503050406030204" pitchFamily="18" charset="0"/>
                        </a:rPr>
                        <m:t>𝒙</m:t>
                      </m:r>
                      <m:r>
                        <a:rPr lang="en-US" sz="1600" b="1" i="1" smtClean="0">
                          <a:solidFill>
                            <a:schemeClr val="accent1">
                              <a:lumMod val="20000"/>
                              <a:lumOff val="80000"/>
                            </a:schemeClr>
                          </a:solidFill>
                          <a:latin typeface="Cambria Math" panose="02040503050406030204" pitchFamily="18" charset="0"/>
                        </a:rPr>
                        <m:t>&gt;</m:t>
                      </m:r>
                      <m:r>
                        <a:rPr lang="en-US" sz="1600" b="1" i="1" smtClean="0">
                          <a:solidFill>
                            <a:schemeClr val="accent1">
                              <a:lumMod val="20000"/>
                              <a:lumOff val="80000"/>
                            </a:schemeClr>
                          </a:solidFill>
                          <a:latin typeface="Cambria Math" panose="02040503050406030204" pitchFamily="18" charset="0"/>
                        </a:rPr>
                        <m:t>𝒌</m:t>
                      </m:r>
                    </m:oMath>
                  </m:oMathPara>
                </a14:m>
                <a:endParaRPr lang="en-US" sz="1600" b="1" dirty="0">
                  <a:solidFill>
                    <a:schemeClr val="accent1">
                      <a:lumMod val="20000"/>
                      <a:lumOff val="80000"/>
                    </a:schemeClr>
                  </a:solidFill>
                </a:endParaRPr>
              </a:p>
            </p:txBody>
          </p:sp>
        </mc:Choice>
        <mc:Fallback xmlns="">
          <p:sp>
            <p:nvSpPr>
              <p:cNvPr id="24" name="TextBox 23">
                <a:extLst>
                  <a:ext uri="{FF2B5EF4-FFF2-40B4-BE49-F238E27FC236}">
                    <a16:creationId xmlns:a16="http://schemas.microsoft.com/office/drawing/2014/main" id="{E31C1FD4-31DC-C162-364F-9912937709FF}"/>
                  </a:ext>
                </a:extLst>
              </p:cNvPr>
              <p:cNvSpPr txBox="1">
                <a:spLocks noRot="1" noChangeAspect="1" noMove="1" noResize="1" noEditPoints="1" noAdjustHandles="1" noChangeArrowheads="1" noChangeShapeType="1" noTextEdit="1"/>
              </p:cNvSpPr>
              <p:nvPr/>
            </p:nvSpPr>
            <p:spPr>
              <a:xfrm>
                <a:off x="9558427" y="3007276"/>
                <a:ext cx="2291653" cy="770404"/>
              </a:xfrm>
              <a:prstGeom prst="rect">
                <a:avLst/>
              </a:prstGeom>
              <a:blipFill>
                <a:blip r:embed="rId7"/>
                <a:stretch>
                  <a:fillRect l="-549" t="-1587" b="-9524"/>
                </a:stretch>
              </a:blipFill>
              <a:ln>
                <a:solidFill>
                  <a:schemeClr val="accent2"/>
                </a:solidFill>
              </a:ln>
            </p:spPr>
            <p:txBody>
              <a:bodyPr/>
              <a:lstStyle/>
              <a:p>
                <a:r>
                  <a:rPr lang="en-US">
                    <a:noFill/>
                  </a:rPr>
                  <a:t> </a:t>
                </a:r>
              </a:p>
            </p:txBody>
          </p:sp>
        </mc:Fallback>
      </mc:AlternateContent>
      <p:sp>
        <p:nvSpPr>
          <p:cNvPr id="25" name="TextBox 24">
            <a:extLst>
              <a:ext uri="{FF2B5EF4-FFF2-40B4-BE49-F238E27FC236}">
                <a16:creationId xmlns:a16="http://schemas.microsoft.com/office/drawing/2014/main" id="{7CE1FBDC-7333-6106-9064-47235A41A94E}"/>
              </a:ext>
            </a:extLst>
          </p:cNvPr>
          <p:cNvSpPr txBox="1"/>
          <p:nvPr/>
        </p:nvSpPr>
        <p:spPr>
          <a:xfrm>
            <a:off x="6924852" y="377437"/>
            <a:ext cx="2340192" cy="369332"/>
          </a:xfrm>
          <a:prstGeom prst="rect">
            <a:avLst/>
          </a:prstGeom>
          <a:noFill/>
        </p:spPr>
        <p:txBody>
          <a:bodyPr wrap="none" rtlCol="0">
            <a:spAutoFit/>
          </a:bodyPr>
          <a:lstStyle/>
          <a:p>
            <a:r>
              <a:rPr lang="en-US" b="1" dirty="0">
                <a:solidFill>
                  <a:schemeClr val="accent1">
                    <a:lumMod val="20000"/>
                    <a:lumOff val="80000"/>
                  </a:schemeClr>
                </a:solidFill>
              </a:rPr>
              <a:t>FUNCTION GROWTH</a:t>
            </a: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EEFB0CE5-DAAF-FE96-E9FB-5F98D1490A98}"/>
                  </a:ext>
                </a:extLst>
              </p:cNvPr>
              <p:cNvSpPr txBox="1"/>
              <p:nvPr/>
            </p:nvSpPr>
            <p:spPr>
              <a:xfrm>
                <a:off x="10704253" y="2253143"/>
                <a:ext cx="1351788"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accent1">
                              <a:lumMod val="20000"/>
                              <a:lumOff val="80000"/>
                            </a:schemeClr>
                          </a:solidFill>
                          <a:latin typeface="Cambria Math" panose="02040503050406030204" pitchFamily="18" charset="0"/>
                        </a:rPr>
                        <m:t>𝑥</m:t>
                      </m:r>
                      <m:r>
                        <a:rPr lang="en-US" sz="2800" b="0" i="1" smtClean="0">
                          <a:solidFill>
                            <a:schemeClr val="accent1">
                              <a:lumMod val="20000"/>
                              <a:lumOff val="80000"/>
                            </a:schemeClr>
                          </a:solidFill>
                          <a:latin typeface="Cambria Math" panose="02040503050406030204" pitchFamily="18" charset="0"/>
                        </a:rPr>
                        <m:t>→∞</m:t>
                      </m:r>
                    </m:oMath>
                  </m:oMathPara>
                </a14:m>
                <a:endParaRPr lang="en-US" sz="2800" dirty="0"/>
              </a:p>
            </p:txBody>
          </p:sp>
        </mc:Choice>
        <mc:Fallback xmlns="">
          <p:sp>
            <p:nvSpPr>
              <p:cNvPr id="29" name="TextBox 28">
                <a:extLst>
                  <a:ext uri="{FF2B5EF4-FFF2-40B4-BE49-F238E27FC236}">
                    <a16:creationId xmlns:a16="http://schemas.microsoft.com/office/drawing/2014/main" id="{EEFB0CE5-DAAF-FE96-E9FB-5F98D1490A98}"/>
                  </a:ext>
                </a:extLst>
              </p:cNvPr>
              <p:cNvSpPr txBox="1">
                <a:spLocks noRot="1" noChangeAspect="1" noMove="1" noResize="1" noEditPoints="1" noAdjustHandles="1" noChangeArrowheads="1" noChangeShapeType="1" noTextEdit="1"/>
              </p:cNvSpPr>
              <p:nvPr/>
            </p:nvSpPr>
            <p:spPr>
              <a:xfrm>
                <a:off x="10704253" y="2253143"/>
                <a:ext cx="1351788" cy="523220"/>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52683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AE0BE045-BAD1-5310-B87E-147700EFFA23}"/>
            </a:ext>
          </a:extLst>
        </p:cNvPr>
        <p:cNvGrpSpPr/>
        <p:nvPr/>
      </p:nvGrpSpPr>
      <p:grpSpPr>
        <a:xfrm>
          <a:off x="0" y="0"/>
          <a:ext cx="0" cy="0"/>
          <a:chOff x="0" y="0"/>
          <a:chExt cx="0" cy="0"/>
        </a:xfrm>
      </p:grpSpPr>
      <p:pic>
        <p:nvPicPr>
          <p:cNvPr id="34" name="Picture 33">
            <a:extLst>
              <a:ext uri="{FF2B5EF4-FFF2-40B4-BE49-F238E27FC236}">
                <a16:creationId xmlns:a16="http://schemas.microsoft.com/office/drawing/2014/main" id="{4D2EB127-45F9-FD0C-5707-7FF8D333905F}"/>
              </a:ext>
            </a:extLst>
          </p:cNvPr>
          <p:cNvPicPr>
            <a:picLocks noChangeAspect="1"/>
          </p:cNvPicPr>
          <p:nvPr/>
        </p:nvPicPr>
        <p:blipFill>
          <a:blip r:embed="rId2"/>
          <a:stretch>
            <a:fillRect/>
          </a:stretch>
        </p:blipFill>
        <p:spPr>
          <a:xfrm>
            <a:off x="854662" y="598037"/>
            <a:ext cx="5241338" cy="5855839"/>
          </a:xfrm>
          <a:prstGeom prst="rect">
            <a:avLst/>
          </a:prstGeom>
        </p:spPr>
      </p:pic>
      <p:sp>
        <p:nvSpPr>
          <p:cNvPr id="2" name="Title 1">
            <a:extLst>
              <a:ext uri="{FF2B5EF4-FFF2-40B4-BE49-F238E27FC236}">
                <a16:creationId xmlns:a16="http://schemas.microsoft.com/office/drawing/2014/main" id="{B74026EF-9D9F-2FB2-CF22-075F4704555B}"/>
              </a:ext>
            </a:extLst>
          </p:cNvPr>
          <p:cNvSpPr>
            <a:spLocks noGrp="1"/>
          </p:cNvSpPr>
          <p:nvPr>
            <p:ph type="ctrTitle"/>
          </p:nvPr>
        </p:nvSpPr>
        <p:spPr>
          <a:xfrm>
            <a:off x="6807637" y="2539602"/>
            <a:ext cx="4911306" cy="1972707"/>
          </a:xfrm>
        </p:spPr>
        <p:txBody>
          <a:bodyPr>
            <a:normAutofit fontScale="90000"/>
          </a:bodyPr>
          <a:lstStyle/>
          <a:p>
            <a:r>
              <a:rPr lang="en-US" sz="3600" dirty="0">
                <a:solidFill>
                  <a:srgbClr val="FFC000"/>
                </a:solidFill>
              </a:rPr>
              <a:t>What </a:t>
            </a:r>
            <a:br>
              <a:rPr lang="en-US" sz="3600" dirty="0">
                <a:solidFill>
                  <a:srgbClr val="FFC000"/>
                </a:solidFill>
              </a:rPr>
            </a:br>
            <a:r>
              <a:rPr lang="en-US" sz="3600" dirty="0">
                <a:solidFill>
                  <a:srgbClr val="FFC000"/>
                </a:solidFill>
              </a:rPr>
              <a:t>is </a:t>
            </a:r>
            <a:br>
              <a:rPr lang="en-US" sz="3600" dirty="0">
                <a:solidFill>
                  <a:srgbClr val="FFC000"/>
                </a:solidFill>
              </a:rPr>
            </a:br>
            <a:r>
              <a:rPr lang="en-US" sz="3600" dirty="0">
                <a:solidFill>
                  <a:srgbClr val="FFC000"/>
                </a:solidFill>
              </a:rPr>
              <a:t>Big-Theta </a:t>
            </a:r>
            <a:br>
              <a:rPr lang="en-US" sz="3600" dirty="0">
                <a:solidFill>
                  <a:srgbClr val="FFC000"/>
                </a:solidFill>
              </a:rPr>
            </a:br>
            <a:r>
              <a:rPr lang="en-US" sz="3600" dirty="0">
                <a:solidFill>
                  <a:srgbClr val="FFC000"/>
                </a:solidFill>
              </a:rPr>
              <a:t>here?</a:t>
            </a:r>
          </a:p>
        </p:txBody>
      </p:sp>
    </p:spTree>
    <p:extLst>
      <p:ext uri="{BB962C8B-B14F-4D97-AF65-F5344CB8AC3E}">
        <p14:creationId xmlns:p14="http://schemas.microsoft.com/office/powerpoint/2010/main" val="36774468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62F6CB88-A1CD-91C3-358B-06BD1E0F3EC7}"/>
            </a:ext>
          </a:extLst>
        </p:cNvPr>
        <p:cNvGrpSpPr/>
        <p:nvPr/>
      </p:nvGrpSpPr>
      <p:grpSpPr>
        <a:xfrm>
          <a:off x="0" y="0"/>
          <a:ext cx="0" cy="0"/>
          <a:chOff x="0" y="0"/>
          <a:chExt cx="0" cy="0"/>
        </a:xfrm>
      </p:grpSpPr>
      <p:pic>
        <p:nvPicPr>
          <p:cNvPr id="34" name="Picture 33">
            <a:extLst>
              <a:ext uri="{FF2B5EF4-FFF2-40B4-BE49-F238E27FC236}">
                <a16:creationId xmlns:a16="http://schemas.microsoft.com/office/drawing/2014/main" id="{D935E2AB-F068-9113-D99D-86BC7B7A549B}"/>
              </a:ext>
            </a:extLst>
          </p:cNvPr>
          <p:cNvPicPr>
            <a:picLocks noChangeAspect="1"/>
          </p:cNvPicPr>
          <p:nvPr/>
        </p:nvPicPr>
        <p:blipFill>
          <a:blip r:embed="rId2"/>
          <a:stretch>
            <a:fillRect/>
          </a:stretch>
        </p:blipFill>
        <p:spPr>
          <a:xfrm>
            <a:off x="854662" y="598037"/>
            <a:ext cx="5241338" cy="5855839"/>
          </a:xfrm>
          <a:prstGeom prst="rect">
            <a:avLst/>
          </a:prstGeom>
        </p:spPr>
      </p:pic>
      <p:sp>
        <p:nvSpPr>
          <p:cNvPr id="2" name="Title 1">
            <a:extLst>
              <a:ext uri="{FF2B5EF4-FFF2-40B4-BE49-F238E27FC236}">
                <a16:creationId xmlns:a16="http://schemas.microsoft.com/office/drawing/2014/main" id="{9CB0332D-F888-CBB4-D584-390B1BC4AB63}"/>
              </a:ext>
            </a:extLst>
          </p:cNvPr>
          <p:cNvSpPr>
            <a:spLocks noGrp="1"/>
          </p:cNvSpPr>
          <p:nvPr>
            <p:ph type="ctrTitle"/>
          </p:nvPr>
        </p:nvSpPr>
        <p:spPr>
          <a:xfrm>
            <a:off x="6873539" y="1674629"/>
            <a:ext cx="4911306" cy="1972707"/>
          </a:xfrm>
        </p:spPr>
        <p:txBody>
          <a:bodyPr>
            <a:normAutofit fontScale="90000"/>
          </a:bodyPr>
          <a:lstStyle/>
          <a:p>
            <a:r>
              <a:rPr lang="en-US" sz="3600" dirty="0">
                <a:solidFill>
                  <a:srgbClr val="FFC000"/>
                </a:solidFill>
              </a:rPr>
              <a:t>What </a:t>
            </a:r>
            <a:br>
              <a:rPr lang="en-US" sz="3600" dirty="0">
                <a:solidFill>
                  <a:srgbClr val="FFC000"/>
                </a:solidFill>
              </a:rPr>
            </a:br>
            <a:r>
              <a:rPr lang="en-US" sz="3600" dirty="0">
                <a:solidFill>
                  <a:srgbClr val="FFC000"/>
                </a:solidFill>
              </a:rPr>
              <a:t>is </a:t>
            </a:r>
            <a:br>
              <a:rPr lang="en-US" sz="3600" dirty="0">
                <a:solidFill>
                  <a:srgbClr val="FFC000"/>
                </a:solidFill>
              </a:rPr>
            </a:br>
            <a:r>
              <a:rPr lang="en-US" sz="3600" dirty="0">
                <a:solidFill>
                  <a:srgbClr val="FFC000"/>
                </a:solidFill>
              </a:rPr>
              <a:t>Big-Theta </a:t>
            </a:r>
            <a:br>
              <a:rPr lang="en-US" sz="3600" dirty="0">
                <a:solidFill>
                  <a:srgbClr val="FFC000"/>
                </a:solidFill>
              </a:rPr>
            </a:br>
            <a:r>
              <a:rPr lang="en-US" sz="3600" dirty="0">
                <a:solidFill>
                  <a:srgbClr val="FFC000"/>
                </a:solidFill>
              </a:rPr>
              <a:t>here?</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4EB8A9E-88C0-6B3E-857C-CF77513A9997}"/>
                  </a:ext>
                </a:extLst>
              </p:cNvPr>
              <p:cNvSpPr txBox="1"/>
              <p:nvPr/>
            </p:nvSpPr>
            <p:spPr>
              <a:xfrm>
                <a:off x="8126468" y="3938372"/>
                <a:ext cx="2405448" cy="912173"/>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US" b="0" i="1" smtClean="0">
                          <a:solidFill>
                            <a:schemeClr val="accent1">
                              <a:lumMod val="20000"/>
                              <a:lumOff val="80000"/>
                            </a:schemeClr>
                          </a:solidFill>
                          <a:latin typeface="Cambria Math" panose="02040503050406030204" pitchFamily="18" charset="0"/>
                        </a:rPr>
                        <m:t>𝑓</m:t>
                      </m:r>
                      <m:d>
                        <m:dPr>
                          <m:ctrlPr>
                            <a:rPr lang="en-US" b="0" i="1" smtClean="0">
                              <a:solidFill>
                                <a:schemeClr val="accent1">
                                  <a:lumMod val="20000"/>
                                  <a:lumOff val="80000"/>
                                </a:schemeClr>
                              </a:solidFill>
                              <a:latin typeface="Cambria Math" panose="02040503050406030204" pitchFamily="18" charset="0"/>
                            </a:rPr>
                          </m:ctrlPr>
                        </m:dPr>
                        <m:e>
                          <m:r>
                            <a:rPr lang="en-US" b="0" i="1" smtClean="0">
                              <a:solidFill>
                                <a:schemeClr val="accent1">
                                  <a:lumMod val="20000"/>
                                  <a:lumOff val="80000"/>
                                </a:schemeClr>
                              </a:solidFill>
                              <a:latin typeface="Cambria Math" panose="02040503050406030204" pitchFamily="18" charset="0"/>
                            </a:rPr>
                            <m:t>𝑛</m:t>
                          </m:r>
                        </m:e>
                      </m:d>
                      <m:r>
                        <a:rPr lang="en-US" b="0" i="1" smtClean="0">
                          <a:solidFill>
                            <a:schemeClr val="accent1">
                              <a:lumMod val="20000"/>
                              <a:lumOff val="80000"/>
                            </a:schemeClr>
                          </a:solidFill>
                          <a:latin typeface="Cambria Math" panose="02040503050406030204" pitchFamily="18" charset="0"/>
                        </a:rPr>
                        <m:t>=</m:t>
                      </m:r>
                      <m:nary>
                        <m:naryPr>
                          <m:chr m:val="∑"/>
                          <m:ctrlPr>
                            <a:rPr lang="en-US" b="0" i="1" smtClean="0">
                              <a:solidFill>
                                <a:schemeClr val="accent1">
                                  <a:lumMod val="20000"/>
                                  <a:lumOff val="80000"/>
                                </a:schemeClr>
                              </a:solidFill>
                              <a:latin typeface="Cambria Math" panose="02040503050406030204" pitchFamily="18" charset="0"/>
                            </a:rPr>
                          </m:ctrlPr>
                        </m:naryPr>
                        <m:sub>
                          <m:r>
                            <m:rPr>
                              <m:brk m:alnAt="23"/>
                            </m:rPr>
                            <a:rPr lang="en-US" b="0" i="1" smtClean="0">
                              <a:solidFill>
                                <a:schemeClr val="accent1">
                                  <a:lumMod val="20000"/>
                                  <a:lumOff val="80000"/>
                                </a:schemeClr>
                              </a:solidFill>
                              <a:latin typeface="Cambria Math" panose="02040503050406030204" pitchFamily="18" charset="0"/>
                            </a:rPr>
                            <m:t>𝑗</m:t>
                          </m:r>
                          <m:r>
                            <a:rPr lang="en-US" b="0" i="1" smtClean="0">
                              <a:solidFill>
                                <a:schemeClr val="accent1">
                                  <a:lumMod val="20000"/>
                                  <a:lumOff val="80000"/>
                                </a:schemeClr>
                              </a:solidFill>
                              <a:latin typeface="Cambria Math" panose="02040503050406030204" pitchFamily="18" charset="0"/>
                            </a:rPr>
                            <m:t>=0</m:t>
                          </m:r>
                        </m:sub>
                        <m:sup>
                          <m:r>
                            <a:rPr lang="en-US" b="0" i="1" smtClean="0">
                              <a:solidFill>
                                <a:schemeClr val="accent1">
                                  <a:lumMod val="20000"/>
                                  <a:lumOff val="80000"/>
                                </a:schemeClr>
                              </a:solidFill>
                              <a:latin typeface="Cambria Math" panose="02040503050406030204" pitchFamily="18" charset="0"/>
                            </a:rPr>
                            <m:t>𝑗</m:t>
                          </m:r>
                          <m:r>
                            <a:rPr lang="en-US" b="0" i="1" smtClean="0">
                              <a:solidFill>
                                <a:schemeClr val="accent1">
                                  <a:lumMod val="20000"/>
                                  <a:lumOff val="80000"/>
                                </a:schemeClr>
                              </a:solidFill>
                              <a:latin typeface="Cambria Math" panose="02040503050406030204" pitchFamily="18" charset="0"/>
                            </a:rPr>
                            <m:t>&lt;</m:t>
                          </m:r>
                          <m:r>
                            <a:rPr lang="en-US" b="0" i="1" smtClean="0">
                              <a:solidFill>
                                <a:schemeClr val="accent1">
                                  <a:lumMod val="20000"/>
                                  <a:lumOff val="80000"/>
                                </a:schemeClr>
                              </a:solidFill>
                              <a:latin typeface="Cambria Math" panose="02040503050406030204" pitchFamily="18" charset="0"/>
                            </a:rPr>
                            <m:t>𝑛</m:t>
                          </m:r>
                          <m:r>
                            <a:rPr lang="en-US" b="0" i="1" smtClean="0">
                              <a:solidFill>
                                <a:schemeClr val="accent1">
                                  <a:lumMod val="20000"/>
                                  <a:lumOff val="80000"/>
                                </a:schemeClr>
                              </a:solidFill>
                              <a:latin typeface="Cambria Math" panose="02040503050406030204" pitchFamily="18" charset="0"/>
                            </a:rPr>
                            <m:t>−1</m:t>
                          </m:r>
                        </m:sup>
                        <m:e>
                          <m:nary>
                            <m:naryPr>
                              <m:chr m:val="∑"/>
                              <m:ctrlPr>
                                <a:rPr lang="en-US" i="1">
                                  <a:solidFill>
                                    <a:schemeClr val="accent1">
                                      <a:lumMod val="20000"/>
                                      <a:lumOff val="80000"/>
                                    </a:schemeClr>
                                  </a:solidFill>
                                  <a:latin typeface="Cambria Math" panose="02040503050406030204" pitchFamily="18" charset="0"/>
                                </a:rPr>
                              </m:ctrlPr>
                            </m:naryPr>
                            <m:sub>
                              <m:r>
                                <a:rPr lang="en-US" b="0" i="1" smtClean="0">
                                  <a:solidFill>
                                    <a:schemeClr val="accent1">
                                      <a:lumMod val="20000"/>
                                      <a:lumOff val="80000"/>
                                    </a:schemeClr>
                                  </a:solidFill>
                                  <a:latin typeface="Cambria Math" panose="02040503050406030204" pitchFamily="18" charset="0"/>
                                </a:rPr>
                                <m:t>𝑖</m:t>
                              </m:r>
                              <m:r>
                                <a:rPr lang="en-US" i="1">
                                  <a:solidFill>
                                    <a:schemeClr val="accent1">
                                      <a:lumMod val="20000"/>
                                      <a:lumOff val="80000"/>
                                    </a:schemeClr>
                                  </a:solidFill>
                                  <a:latin typeface="Cambria Math" panose="02040503050406030204" pitchFamily="18" charset="0"/>
                                </a:rPr>
                                <m:t>=</m:t>
                              </m:r>
                              <m:r>
                                <a:rPr lang="en-US" b="0" i="1" smtClean="0">
                                  <a:solidFill>
                                    <a:schemeClr val="accent1">
                                      <a:lumMod val="20000"/>
                                      <a:lumOff val="80000"/>
                                    </a:schemeClr>
                                  </a:solidFill>
                                  <a:latin typeface="Cambria Math" panose="02040503050406030204" pitchFamily="18" charset="0"/>
                                </a:rPr>
                                <m:t>𝑗</m:t>
                              </m:r>
                              <m:r>
                                <a:rPr lang="en-US" b="0" i="1" smtClean="0">
                                  <a:solidFill>
                                    <a:schemeClr val="accent1">
                                      <a:lumMod val="20000"/>
                                      <a:lumOff val="80000"/>
                                    </a:schemeClr>
                                  </a:solidFill>
                                  <a:latin typeface="Cambria Math" panose="02040503050406030204" pitchFamily="18" charset="0"/>
                                </a:rPr>
                                <m:t>+1</m:t>
                              </m:r>
                            </m:sub>
                            <m:sup>
                              <m:r>
                                <a:rPr lang="en-US" i="1">
                                  <a:solidFill>
                                    <a:schemeClr val="accent1">
                                      <a:lumMod val="20000"/>
                                      <a:lumOff val="80000"/>
                                    </a:schemeClr>
                                  </a:solidFill>
                                  <a:latin typeface="Cambria Math" panose="02040503050406030204" pitchFamily="18" charset="0"/>
                                </a:rPr>
                                <m:t>𝑗</m:t>
                              </m:r>
                              <m:r>
                                <a:rPr lang="en-US" i="1">
                                  <a:solidFill>
                                    <a:schemeClr val="accent1">
                                      <a:lumMod val="20000"/>
                                      <a:lumOff val="80000"/>
                                    </a:schemeClr>
                                  </a:solidFill>
                                  <a:latin typeface="Cambria Math" panose="02040503050406030204" pitchFamily="18" charset="0"/>
                                </a:rPr>
                                <m:t>&lt;</m:t>
                              </m:r>
                              <m:r>
                                <a:rPr lang="en-US" i="1">
                                  <a:solidFill>
                                    <a:schemeClr val="accent1">
                                      <a:lumMod val="20000"/>
                                      <a:lumOff val="80000"/>
                                    </a:schemeClr>
                                  </a:solidFill>
                                  <a:latin typeface="Cambria Math" panose="02040503050406030204" pitchFamily="18" charset="0"/>
                                </a:rPr>
                                <m:t>𝑛</m:t>
                              </m:r>
                            </m:sup>
                            <m:e>
                              <m:r>
                                <a:rPr lang="en-US" b="0" i="1" smtClean="0">
                                  <a:solidFill>
                                    <a:schemeClr val="accent1">
                                      <a:lumMod val="20000"/>
                                      <a:lumOff val="80000"/>
                                    </a:schemeClr>
                                  </a:solidFill>
                                  <a:latin typeface="Cambria Math" panose="02040503050406030204" pitchFamily="18" charset="0"/>
                                </a:rPr>
                                <m:t>1</m:t>
                              </m:r>
                            </m:e>
                          </m:nary>
                        </m:e>
                      </m:nary>
                    </m:oMath>
                  </m:oMathPara>
                </a14:m>
                <a:endParaRPr lang="en-US" dirty="0">
                  <a:solidFill>
                    <a:schemeClr val="accent1">
                      <a:lumMod val="20000"/>
                      <a:lumOff val="80000"/>
                    </a:schemeClr>
                  </a:solidFill>
                </a:endParaRPr>
              </a:p>
            </p:txBody>
          </p:sp>
        </mc:Choice>
        <mc:Fallback xmlns="">
          <p:sp>
            <p:nvSpPr>
              <p:cNvPr id="5" name="TextBox 4">
                <a:extLst>
                  <a:ext uri="{FF2B5EF4-FFF2-40B4-BE49-F238E27FC236}">
                    <a16:creationId xmlns:a16="http://schemas.microsoft.com/office/drawing/2014/main" id="{E4EB8A9E-88C0-6B3E-857C-CF77513A9997}"/>
                  </a:ext>
                </a:extLst>
              </p:cNvPr>
              <p:cNvSpPr txBox="1">
                <a:spLocks noRot="1" noChangeAspect="1" noMove="1" noResize="1" noEditPoints="1" noAdjustHandles="1" noChangeArrowheads="1" noChangeShapeType="1" noTextEdit="1"/>
              </p:cNvSpPr>
              <p:nvPr/>
            </p:nvSpPr>
            <p:spPr>
              <a:xfrm>
                <a:off x="8126468" y="3938372"/>
                <a:ext cx="2405448" cy="912173"/>
              </a:xfrm>
              <a:prstGeom prst="rect">
                <a:avLst/>
              </a:prstGeom>
              <a:blipFill>
                <a:blip r:embed="rId3"/>
                <a:stretch>
                  <a:fillRect t="-90411" r="-3141" b="-1369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3A3ED34-06E5-4C2E-96C5-EE7D48BB3CA6}"/>
                  </a:ext>
                </a:extLst>
              </p:cNvPr>
              <p:cNvSpPr txBox="1"/>
              <p:nvPr/>
            </p:nvSpPr>
            <p:spPr>
              <a:xfrm>
                <a:off x="8126468" y="5252307"/>
                <a:ext cx="2405448" cy="375552"/>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US" b="1" i="1" smtClean="0">
                          <a:solidFill>
                            <a:schemeClr val="accent1">
                              <a:lumMod val="20000"/>
                              <a:lumOff val="80000"/>
                            </a:schemeClr>
                          </a:solidFill>
                          <a:latin typeface="Cambria Math" panose="02040503050406030204" pitchFamily="18" charset="0"/>
                        </a:rPr>
                        <m:t>𝒇</m:t>
                      </m:r>
                      <m:d>
                        <m:dPr>
                          <m:ctrlPr>
                            <a:rPr lang="en-US" b="1" i="1" smtClean="0">
                              <a:solidFill>
                                <a:schemeClr val="accent1">
                                  <a:lumMod val="20000"/>
                                  <a:lumOff val="80000"/>
                                </a:schemeClr>
                              </a:solidFill>
                              <a:latin typeface="Cambria Math" panose="02040503050406030204" pitchFamily="18" charset="0"/>
                            </a:rPr>
                          </m:ctrlPr>
                        </m:dPr>
                        <m:e>
                          <m:r>
                            <a:rPr lang="en-US" b="1" i="1" smtClean="0">
                              <a:solidFill>
                                <a:schemeClr val="accent1">
                                  <a:lumMod val="20000"/>
                                  <a:lumOff val="80000"/>
                                </a:schemeClr>
                              </a:solidFill>
                              <a:latin typeface="Cambria Math" panose="02040503050406030204" pitchFamily="18" charset="0"/>
                            </a:rPr>
                            <m:t>𝒏</m:t>
                          </m:r>
                        </m:e>
                      </m:d>
                      <m:r>
                        <a:rPr lang="en-US" b="1" i="1" smtClean="0">
                          <a:solidFill>
                            <a:schemeClr val="accent1">
                              <a:lumMod val="20000"/>
                              <a:lumOff val="80000"/>
                            </a:schemeClr>
                          </a:solidFill>
                          <a:latin typeface="Cambria Math" panose="02040503050406030204" pitchFamily="18" charset="0"/>
                        </a:rPr>
                        <m:t> </m:t>
                      </m:r>
                      <m:r>
                        <a:rPr lang="en-US" b="1" i="1" smtClean="0">
                          <a:solidFill>
                            <a:schemeClr val="accent1">
                              <a:lumMod val="20000"/>
                              <a:lumOff val="80000"/>
                            </a:schemeClr>
                          </a:solidFill>
                          <a:latin typeface="Cambria Math" panose="02040503050406030204" pitchFamily="18" charset="0"/>
                        </a:rPr>
                        <m:t>𝒊𝒔</m:t>
                      </m:r>
                      <m:r>
                        <a:rPr lang="en-US" b="1" i="1" smtClean="0">
                          <a:solidFill>
                            <a:schemeClr val="accent1">
                              <a:lumMod val="20000"/>
                              <a:lumOff val="80000"/>
                            </a:schemeClr>
                          </a:solidFill>
                          <a:latin typeface="Cambria Math" panose="02040503050406030204" pitchFamily="18" charset="0"/>
                        </a:rPr>
                        <m:t> </m:t>
                      </m:r>
                      <m:r>
                        <a:rPr lang="en-US" b="1" i="0" smtClean="0">
                          <a:solidFill>
                            <a:schemeClr val="accent1">
                              <a:lumMod val="20000"/>
                              <a:lumOff val="80000"/>
                            </a:schemeClr>
                          </a:solidFill>
                          <a:latin typeface="Cambria Math" panose="02040503050406030204" pitchFamily="18" charset="0"/>
                        </a:rPr>
                        <m:t>𝚯</m:t>
                      </m:r>
                      <m:r>
                        <a:rPr lang="en-US" b="1" i="1" smtClean="0">
                          <a:solidFill>
                            <a:schemeClr val="accent1">
                              <a:lumMod val="20000"/>
                              <a:lumOff val="80000"/>
                            </a:schemeClr>
                          </a:solidFill>
                          <a:latin typeface="Cambria Math" panose="02040503050406030204" pitchFamily="18" charset="0"/>
                        </a:rPr>
                        <m:t>(</m:t>
                      </m:r>
                      <m:sSup>
                        <m:sSupPr>
                          <m:ctrlPr>
                            <a:rPr lang="en-US" b="1" i="1" smtClean="0">
                              <a:solidFill>
                                <a:schemeClr val="accent1">
                                  <a:lumMod val="20000"/>
                                  <a:lumOff val="80000"/>
                                </a:schemeClr>
                              </a:solidFill>
                              <a:latin typeface="Cambria Math" panose="02040503050406030204" pitchFamily="18" charset="0"/>
                            </a:rPr>
                          </m:ctrlPr>
                        </m:sSupPr>
                        <m:e>
                          <m:r>
                            <a:rPr lang="en-US" b="1" i="1" smtClean="0">
                              <a:solidFill>
                                <a:schemeClr val="accent1">
                                  <a:lumMod val="20000"/>
                                  <a:lumOff val="80000"/>
                                </a:schemeClr>
                              </a:solidFill>
                              <a:latin typeface="Cambria Math" panose="02040503050406030204" pitchFamily="18" charset="0"/>
                            </a:rPr>
                            <m:t>𝒏</m:t>
                          </m:r>
                        </m:e>
                        <m:sup>
                          <m:r>
                            <a:rPr lang="en-US" b="1" i="1" smtClean="0">
                              <a:solidFill>
                                <a:schemeClr val="accent1">
                                  <a:lumMod val="20000"/>
                                  <a:lumOff val="80000"/>
                                </a:schemeClr>
                              </a:solidFill>
                              <a:latin typeface="Cambria Math" panose="02040503050406030204" pitchFamily="18" charset="0"/>
                            </a:rPr>
                            <m:t>𝟐</m:t>
                          </m:r>
                        </m:sup>
                      </m:sSup>
                      <m:r>
                        <a:rPr lang="en-US" b="1" i="1" smtClean="0">
                          <a:solidFill>
                            <a:schemeClr val="accent1">
                              <a:lumMod val="20000"/>
                              <a:lumOff val="80000"/>
                            </a:schemeClr>
                          </a:solidFill>
                          <a:latin typeface="Cambria Math" panose="02040503050406030204" pitchFamily="18" charset="0"/>
                        </a:rPr>
                        <m:t>)</m:t>
                      </m:r>
                    </m:oMath>
                  </m:oMathPara>
                </a14:m>
                <a:endParaRPr lang="en-US" b="1" dirty="0">
                  <a:solidFill>
                    <a:schemeClr val="accent1">
                      <a:lumMod val="20000"/>
                      <a:lumOff val="80000"/>
                    </a:schemeClr>
                  </a:solidFill>
                </a:endParaRPr>
              </a:p>
            </p:txBody>
          </p:sp>
        </mc:Choice>
        <mc:Fallback xmlns="">
          <p:sp>
            <p:nvSpPr>
              <p:cNvPr id="9" name="TextBox 8">
                <a:extLst>
                  <a:ext uri="{FF2B5EF4-FFF2-40B4-BE49-F238E27FC236}">
                    <a16:creationId xmlns:a16="http://schemas.microsoft.com/office/drawing/2014/main" id="{23A3ED34-06E5-4C2E-96C5-EE7D48BB3CA6}"/>
                  </a:ext>
                </a:extLst>
              </p:cNvPr>
              <p:cNvSpPr txBox="1">
                <a:spLocks noRot="1" noChangeAspect="1" noMove="1" noResize="1" noEditPoints="1" noAdjustHandles="1" noChangeArrowheads="1" noChangeShapeType="1" noTextEdit="1"/>
              </p:cNvSpPr>
              <p:nvPr/>
            </p:nvSpPr>
            <p:spPr>
              <a:xfrm>
                <a:off x="8126468" y="5252307"/>
                <a:ext cx="2405448" cy="375552"/>
              </a:xfrm>
              <a:prstGeom prst="rect">
                <a:avLst/>
              </a:prstGeom>
              <a:blipFill>
                <a:blip r:embed="rId4"/>
                <a:stretch>
                  <a:fillRect b="-12903"/>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FDDE4F05-11C6-18C0-515C-09CFA451ED45}"/>
              </a:ext>
            </a:extLst>
          </p:cNvPr>
          <p:cNvSpPr txBox="1"/>
          <p:nvPr/>
        </p:nvSpPr>
        <p:spPr>
          <a:xfrm>
            <a:off x="9020432" y="5931243"/>
            <a:ext cx="857607" cy="369332"/>
          </a:xfrm>
          <a:prstGeom prst="rect">
            <a:avLst/>
          </a:prstGeom>
          <a:noFill/>
        </p:spPr>
        <p:txBody>
          <a:bodyPr wrap="none" rtlCol="0">
            <a:spAutoFit/>
          </a:bodyPr>
          <a:lstStyle/>
          <a:p>
            <a:r>
              <a:rPr lang="en-US" b="1" dirty="0">
                <a:solidFill>
                  <a:schemeClr val="accent2">
                    <a:lumMod val="60000"/>
                    <a:lumOff val="40000"/>
                  </a:schemeClr>
                </a:solidFill>
              </a:rPr>
              <a:t>HOW?</a:t>
            </a:r>
          </a:p>
        </p:txBody>
      </p:sp>
    </p:spTree>
    <p:extLst>
      <p:ext uri="{BB962C8B-B14F-4D97-AF65-F5344CB8AC3E}">
        <p14:creationId xmlns:p14="http://schemas.microsoft.com/office/powerpoint/2010/main" val="24215021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B27CF9C1-58A7-848F-740F-DAC4197D4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DA48C3-D1D4-1781-AC45-B87357BB123B}"/>
              </a:ext>
            </a:extLst>
          </p:cNvPr>
          <p:cNvSpPr>
            <a:spLocks noGrp="1"/>
          </p:cNvSpPr>
          <p:nvPr>
            <p:ph type="ctrTitle"/>
          </p:nvPr>
        </p:nvSpPr>
        <p:spPr/>
        <p:txBody>
          <a:bodyPr>
            <a:normAutofit/>
          </a:bodyPr>
          <a:lstStyle/>
          <a:p>
            <a:r>
              <a:rPr lang="en-US" sz="4800" dirty="0" err="1">
                <a:solidFill>
                  <a:srgbClr val="FFC000"/>
                </a:solidFill>
              </a:rPr>
              <a:t>InsertionSort</a:t>
            </a:r>
            <a:endParaRPr lang="en-US" sz="4800" dirty="0">
              <a:solidFill>
                <a:srgbClr val="FFC000"/>
              </a:solidFill>
            </a:endParaRPr>
          </a:p>
        </p:txBody>
      </p:sp>
      <p:sp>
        <p:nvSpPr>
          <p:cNvPr id="3" name="Subtitle 2">
            <a:extLst>
              <a:ext uri="{FF2B5EF4-FFF2-40B4-BE49-F238E27FC236}">
                <a16:creationId xmlns:a16="http://schemas.microsoft.com/office/drawing/2014/main" id="{A2212910-960B-63D8-1B2A-CEBF141E7664}"/>
              </a:ext>
            </a:extLst>
          </p:cNvPr>
          <p:cNvSpPr>
            <a:spLocks noGrp="1"/>
          </p:cNvSpPr>
          <p:nvPr>
            <p:ph type="subTitle" idx="1"/>
          </p:nvPr>
        </p:nvSpPr>
        <p:spPr/>
        <p:txBody>
          <a:bodyPr/>
          <a:lstStyle/>
          <a:p>
            <a:r>
              <a:rPr lang="en-US" dirty="0">
                <a:solidFill>
                  <a:schemeClr val="bg1"/>
                </a:solidFill>
              </a:rPr>
              <a:t>Unit-03.01.02</a:t>
            </a:r>
          </a:p>
        </p:txBody>
      </p:sp>
    </p:spTree>
    <p:extLst>
      <p:ext uri="{BB962C8B-B14F-4D97-AF65-F5344CB8AC3E}">
        <p14:creationId xmlns:p14="http://schemas.microsoft.com/office/powerpoint/2010/main" val="4016799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AE1AD9C1-C0EB-EA80-3D5F-DB053DF5C613}"/>
            </a:ext>
          </a:extLst>
        </p:cNvPr>
        <p:cNvGrpSpPr/>
        <p:nvPr/>
      </p:nvGrpSpPr>
      <p:grpSpPr>
        <a:xfrm>
          <a:off x="0" y="0"/>
          <a:ext cx="0" cy="0"/>
          <a:chOff x="0" y="0"/>
          <a:chExt cx="0" cy="0"/>
        </a:xfrm>
      </p:grpSpPr>
      <p:pic>
        <p:nvPicPr>
          <p:cNvPr id="1026" name="Picture 2" descr="Master Insertion Sort Before Your Next Big Interview">
            <a:extLst>
              <a:ext uri="{FF2B5EF4-FFF2-40B4-BE49-F238E27FC236}">
                <a16:creationId xmlns:a16="http://schemas.microsoft.com/office/drawing/2014/main" id="{EE9681B0-0C07-9818-DEE3-9187E99E460F}"/>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rcRect l="6954" t="26163" r="10652" b="5786"/>
          <a:stretch/>
        </p:blipFill>
        <p:spPr bwMode="auto">
          <a:xfrm>
            <a:off x="4027992" y="297340"/>
            <a:ext cx="7781025" cy="606561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BAB40586-EB0B-B061-6347-963E35B44C44}"/>
              </a:ext>
            </a:extLst>
          </p:cNvPr>
          <p:cNvPicPr>
            <a:picLocks noChangeAspect="1"/>
          </p:cNvPicPr>
          <p:nvPr/>
        </p:nvPicPr>
        <p:blipFill>
          <a:blip r:embed="rId4"/>
          <a:stretch>
            <a:fillRect/>
          </a:stretch>
        </p:blipFill>
        <p:spPr>
          <a:xfrm>
            <a:off x="382983" y="2402290"/>
            <a:ext cx="3317788" cy="1855712"/>
          </a:xfrm>
          <a:prstGeom prst="rect">
            <a:avLst/>
          </a:prstGeom>
        </p:spPr>
      </p:pic>
    </p:spTree>
    <p:extLst>
      <p:ext uri="{BB962C8B-B14F-4D97-AF65-F5344CB8AC3E}">
        <p14:creationId xmlns:p14="http://schemas.microsoft.com/office/powerpoint/2010/main" val="6332897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94A893A8-FF06-E096-2ED2-12A6A8494F7E}"/>
            </a:ext>
          </a:extLst>
        </p:cNvPr>
        <p:cNvGrpSpPr/>
        <p:nvPr/>
      </p:nvGrpSpPr>
      <p:grpSpPr>
        <a:xfrm>
          <a:off x="0" y="0"/>
          <a:ext cx="0" cy="0"/>
          <a:chOff x="0" y="0"/>
          <a:chExt cx="0" cy="0"/>
        </a:xfrm>
      </p:grpSpPr>
      <p:pic>
        <p:nvPicPr>
          <p:cNvPr id="1026" name="Picture 2" descr="Master Insertion Sort Before Your Next Big Interview">
            <a:extLst>
              <a:ext uri="{FF2B5EF4-FFF2-40B4-BE49-F238E27FC236}">
                <a16:creationId xmlns:a16="http://schemas.microsoft.com/office/drawing/2014/main" id="{3E8AFC20-6E00-2296-AEB5-AD12DC6FBDF6}"/>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rcRect l="6954" t="26163" r="10652" b="5786"/>
          <a:stretch/>
        </p:blipFill>
        <p:spPr bwMode="auto">
          <a:xfrm>
            <a:off x="4027992" y="297340"/>
            <a:ext cx="7781025" cy="606561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B20153C4-CFBE-5983-6735-91FEBEFFDC3C}"/>
              </a:ext>
            </a:extLst>
          </p:cNvPr>
          <p:cNvPicPr>
            <a:picLocks noChangeAspect="1"/>
          </p:cNvPicPr>
          <p:nvPr/>
        </p:nvPicPr>
        <p:blipFill>
          <a:blip r:embed="rId4"/>
          <a:stretch>
            <a:fillRect/>
          </a:stretch>
        </p:blipFill>
        <p:spPr>
          <a:xfrm>
            <a:off x="382983" y="1164748"/>
            <a:ext cx="3317788" cy="1855712"/>
          </a:xfrm>
          <a:prstGeom prst="rect">
            <a:avLst/>
          </a:prstGeom>
        </p:spPr>
      </p:pic>
      <p:sp>
        <p:nvSpPr>
          <p:cNvPr id="10" name="TextBox 9">
            <a:extLst>
              <a:ext uri="{FF2B5EF4-FFF2-40B4-BE49-F238E27FC236}">
                <a16:creationId xmlns:a16="http://schemas.microsoft.com/office/drawing/2014/main" id="{457000EE-8CA0-1269-58F6-71D3B90F3B2D}"/>
              </a:ext>
            </a:extLst>
          </p:cNvPr>
          <p:cNvSpPr txBox="1"/>
          <p:nvPr/>
        </p:nvSpPr>
        <p:spPr>
          <a:xfrm>
            <a:off x="785607" y="3216660"/>
            <a:ext cx="2298356" cy="1015663"/>
          </a:xfrm>
          <a:prstGeom prst="rect">
            <a:avLst/>
          </a:prstGeom>
          <a:noFill/>
        </p:spPr>
        <p:txBody>
          <a:bodyPr wrap="square">
            <a:spAutoFit/>
          </a:bodyPr>
          <a:lstStyle/>
          <a:p>
            <a:pPr algn="ctr"/>
            <a:r>
              <a:rPr lang="en-US" sz="2000" dirty="0">
                <a:solidFill>
                  <a:srgbClr val="FFC000"/>
                </a:solidFill>
              </a:rPr>
              <a:t>Complexity Analysis.</a:t>
            </a:r>
          </a:p>
          <a:p>
            <a:pPr algn="ctr"/>
            <a:r>
              <a:rPr lang="en-US" sz="2000" dirty="0">
                <a:solidFill>
                  <a:srgbClr val="FFC000"/>
                </a:solidFill>
              </a:rPr>
              <a:t>?? HOW ??</a:t>
            </a:r>
            <a:endParaRPr lang="en-US" sz="2000"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CF493B8-4FE1-024F-7972-4A5CCEB2D601}"/>
                  </a:ext>
                </a:extLst>
              </p:cNvPr>
              <p:cNvSpPr txBox="1"/>
              <p:nvPr/>
            </p:nvSpPr>
            <p:spPr>
              <a:xfrm>
                <a:off x="785607" y="4428523"/>
                <a:ext cx="2405448" cy="404983"/>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US" b="1" i="1" smtClean="0">
                          <a:solidFill>
                            <a:schemeClr val="accent1">
                              <a:lumMod val="20000"/>
                              <a:lumOff val="80000"/>
                            </a:schemeClr>
                          </a:solidFill>
                          <a:latin typeface="Cambria Math" panose="02040503050406030204" pitchFamily="18" charset="0"/>
                        </a:rPr>
                        <m:t>𝒇</m:t>
                      </m:r>
                      <m:d>
                        <m:dPr>
                          <m:ctrlPr>
                            <a:rPr lang="en-US" b="1" i="1" smtClean="0">
                              <a:solidFill>
                                <a:schemeClr val="accent1">
                                  <a:lumMod val="20000"/>
                                  <a:lumOff val="80000"/>
                                </a:schemeClr>
                              </a:solidFill>
                              <a:latin typeface="Cambria Math" panose="02040503050406030204" pitchFamily="18" charset="0"/>
                            </a:rPr>
                          </m:ctrlPr>
                        </m:dPr>
                        <m:e>
                          <m:r>
                            <a:rPr lang="en-US" b="1" i="1" smtClean="0">
                              <a:solidFill>
                                <a:schemeClr val="accent1">
                                  <a:lumMod val="20000"/>
                                  <a:lumOff val="80000"/>
                                </a:schemeClr>
                              </a:solidFill>
                              <a:latin typeface="Cambria Math" panose="02040503050406030204" pitchFamily="18" charset="0"/>
                            </a:rPr>
                            <m:t>𝒏</m:t>
                          </m:r>
                        </m:e>
                      </m:d>
                      <m:r>
                        <a:rPr lang="en-US" b="1" i="1" smtClean="0">
                          <a:solidFill>
                            <a:schemeClr val="accent1">
                              <a:lumMod val="20000"/>
                              <a:lumOff val="80000"/>
                            </a:schemeClr>
                          </a:solidFill>
                          <a:latin typeface="Cambria Math" panose="02040503050406030204" pitchFamily="18" charset="0"/>
                        </a:rPr>
                        <m:t> </m:t>
                      </m:r>
                      <m:r>
                        <a:rPr lang="en-US" b="1" i="1" smtClean="0">
                          <a:solidFill>
                            <a:schemeClr val="accent1">
                              <a:lumMod val="20000"/>
                              <a:lumOff val="80000"/>
                            </a:schemeClr>
                          </a:solidFill>
                          <a:latin typeface="Cambria Math" panose="02040503050406030204" pitchFamily="18" charset="0"/>
                        </a:rPr>
                        <m:t>𝒊𝒔</m:t>
                      </m:r>
                      <m:r>
                        <a:rPr lang="en-US" b="1" i="1" smtClean="0">
                          <a:solidFill>
                            <a:schemeClr val="accent1">
                              <a:lumMod val="20000"/>
                              <a:lumOff val="80000"/>
                            </a:schemeClr>
                          </a:solidFill>
                          <a:latin typeface="Cambria Math" panose="02040503050406030204" pitchFamily="18" charset="0"/>
                        </a:rPr>
                        <m:t> </m:t>
                      </m:r>
                      <m:r>
                        <a:rPr lang="en-US" b="1" i="1" smtClean="0">
                          <a:solidFill>
                            <a:schemeClr val="accent1">
                              <a:lumMod val="20000"/>
                              <a:lumOff val="80000"/>
                            </a:schemeClr>
                          </a:solidFill>
                          <a:latin typeface="Cambria Math" panose="02040503050406030204" pitchFamily="18" charset="0"/>
                        </a:rPr>
                        <m:t>𝑶</m:t>
                      </m:r>
                      <m:d>
                        <m:dPr>
                          <m:ctrlPr>
                            <a:rPr lang="en-US" b="1" i="1" smtClean="0">
                              <a:solidFill>
                                <a:schemeClr val="accent1">
                                  <a:lumMod val="20000"/>
                                  <a:lumOff val="80000"/>
                                </a:schemeClr>
                              </a:solidFill>
                              <a:latin typeface="Cambria Math" panose="02040503050406030204" pitchFamily="18" charset="0"/>
                            </a:rPr>
                          </m:ctrlPr>
                        </m:dPr>
                        <m:e>
                          <m:sSup>
                            <m:sSupPr>
                              <m:ctrlPr>
                                <a:rPr lang="en-US" b="1" i="1" smtClean="0">
                                  <a:solidFill>
                                    <a:schemeClr val="accent1">
                                      <a:lumMod val="20000"/>
                                      <a:lumOff val="80000"/>
                                    </a:schemeClr>
                                  </a:solidFill>
                                  <a:latin typeface="Cambria Math" panose="02040503050406030204" pitchFamily="18" charset="0"/>
                                </a:rPr>
                              </m:ctrlPr>
                            </m:sSupPr>
                            <m:e>
                              <m:r>
                                <a:rPr lang="en-US" b="1" i="1" smtClean="0">
                                  <a:solidFill>
                                    <a:schemeClr val="accent1">
                                      <a:lumMod val="20000"/>
                                      <a:lumOff val="80000"/>
                                    </a:schemeClr>
                                  </a:solidFill>
                                  <a:latin typeface="Cambria Math" panose="02040503050406030204" pitchFamily="18" charset="0"/>
                                </a:rPr>
                                <m:t>𝒏</m:t>
                              </m:r>
                            </m:e>
                            <m:sup>
                              <m:r>
                                <a:rPr lang="en-US" b="1" i="1" smtClean="0">
                                  <a:solidFill>
                                    <a:schemeClr val="accent1">
                                      <a:lumMod val="20000"/>
                                      <a:lumOff val="80000"/>
                                    </a:schemeClr>
                                  </a:solidFill>
                                  <a:latin typeface="Cambria Math" panose="02040503050406030204" pitchFamily="18" charset="0"/>
                                </a:rPr>
                                <m:t>𝟐</m:t>
                              </m:r>
                            </m:sup>
                          </m:sSup>
                        </m:e>
                      </m:d>
                      <m:r>
                        <a:rPr lang="en-US" b="1" i="1" smtClean="0">
                          <a:solidFill>
                            <a:schemeClr val="accent1">
                              <a:lumMod val="20000"/>
                              <a:lumOff val="80000"/>
                            </a:schemeClr>
                          </a:solidFill>
                          <a:latin typeface="Cambria Math" panose="02040503050406030204" pitchFamily="18" charset="0"/>
                        </a:rPr>
                        <m:t>, </m:t>
                      </m:r>
                      <m:r>
                        <a:rPr lang="en-US" b="1" i="1" smtClean="0">
                          <a:solidFill>
                            <a:schemeClr val="accent1">
                              <a:lumMod val="20000"/>
                              <a:lumOff val="80000"/>
                            </a:schemeClr>
                          </a:solidFill>
                          <a:latin typeface="Cambria Math" panose="02040503050406030204" pitchFamily="18" charset="0"/>
                        </a:rPr>
                        <m:t>𝒃𝒆𝒔𝒕</m:t>
                      </m:r>
                      <m:r>
                        <a:rPr lang="en-US" b="1" i="1" smtClean="0">
                          <a:solidFill>
                            <a:schemeClr val="accent1">
                              <a:lumMod val="20000"/>
                              <a:lumOff val="80000"/>
                            </a:schemeClr>
                          </a:solidFill>
                          <a:latin typeface="Cambria Math" panose="02040503050406030204" pitchFamily="18" charset="0"/>
                        </a:rPr>
                        <m:t> </m:t>
                      </m:r>
                      <m:r>
                        <a:rPr lang="en-US" b="1" i="1" smtClean="0">
                          <a:solidFill>
                            <a:schemeClr val="accent1">
                              <a:lumMod val="20000"/>
                              <a:lumOff val="80000"/>
                            </a:schemeClr>
                          </a:solidFill>
                          <a:latin typeface="Cambria Math" panose="02040503050406030204" pitchFamily="18" charset="0"/>
                        </a:rPr>
                        <m:t>𝒄𝒂𝒔𝒆</m:t>
                      </m:r>
                      <m:r>
                        <a:rPr lang="en-US" b="1" i="1" smtClean="0">
                          <a:solidFill>
                            <a:schemeClr val="accent1">
                              <a:lumMod val="20000"/>
                              <a:lumOff val="80000"/>
                            </a:schemeClr>
                          </a:solidFill>
                          <a:latin typeface="Cambria Math" panose="02040503050406030204" pitchFamily="18" charset="0"/>
                        </a:rPr>
                        <m:t> </m:t>
                      </m:r>
                      <m:r>
                        <a:rPr lang="en-US" b="1" i="1" smtClean="0">
                          <a:solidFill>
                            <a:schemeClr val="accent1">
                              <a:lumMod val="20000"/>
                              <a:lumOff val="80000"/>
                            </a:schemeClr>
                          </a:solidFill>
                          <a:latin typeface="Cambria Math" panose="02040503050406030204" pitchFamily="18" charset="0"/>
                        </a:rPr>
                        <m:t>𝒊𝒔</m:t>
                      </m:r>
                      <m:r>
                        <a:rPr lang="en-US" b="1" i="1" smtClean="0">
                          <a:solidFill>
                            <a:schemeClr val="accent1">
                              <a:lumMod val="20000"/>
                              <a:lumOff val="80000"/>
                            </a:schemeClr>
                          </a:solidFill>
                          <a:latin typeface="Cambria Math" panose="02040503050406030204" pitchFamily="18" charset="0"/>
                        </a:rPr>
                        <m:t> </m:t>
                      </m:r>
                      <m:r>
                        <a:rPr lang="en-US" b="1" i="1" smtClean="0">
                          <a:solidFill>
                            <a:schemeClr val="accent1">
                              <a:lumMod val="20000"/>
                              <a:lumOff val="80000"/>
                            </a:schemeClr>
                          </a:solidFill>
                          <a:latin typeface="Cambria Math" panose="02040503050406030204" pitchFamily="18" charset="0"/>
                        </a:rPr>
                        <m:t>𝒏</m:t>
                      </m:r>
                    </m:oMath>
                  </m:oMathPara>
                </a14:m>
                <a:endParaRPr lang="en-US" b="1" dirty="0">
                  <a:solidFill>
                    <a:schemeClr val="accent1">
                      <a:lumMod val="20000"/>
                      <a:lumOff val="80000"/>
                    </a:schemeClr>
                  </a:solidFill>
                </a:endParaRPr>
              </a:p>
            </p:txBody>
          </p:sp>
        </mc:Choice>
        <mc:Fallback xmlns="">
          <p:sp>
            <p:nvSpPr>
              <p:cNvPr id="2" name="TextBox 1">
                <a:extLst>
                  <a:ext uri="{FF2B5EF4-FFF2-40B4-BE49-F238E27FC236}">
                    <a16:creationId xmlns:a16="http://schemas.microsoft.com/office/drawing/2014/main" id="{4CF493B8-4FE1-024F-7972-4A5CCEB2D601}"/>
                  </a:ext>
                </a:extLst>
              </p:cNvPr>
              <p:cNvSpPr txBox="1">
                <a:spLocks noRot="1" noChangeAspect="1" noMove="1" noResize="1" noEditPoints="1" noAdjustHandles="1" noChangeArrowheads="1" noChangeShapeType="1" noTextEdit="1"/>
              </p:cNvSpPr>
              <p:nvPr/>
            </p:nvSpPr>
            <p:spPr>
              <a:xfrm>
                <a:off x="785607" y="4428523"/>
                <a:ext cx="2405448" cy="404983"/>
              </a:xfrm>
              <a:prstGeom prst="rect">
                <a:avLst/>
              </a:prstGeom>
              <a:blipFill>
                <a:blip r:embed="rId5"/>
                <a:stretch>
                  <a:fillRect l="-16754" r="-12565" b="-12121"/>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B70F8C71-D1BA-E41F-103A-827DB4F7A699}"/>
              </a:ext>
            </a:extLst>
          </p:cNvPr>
          <p:cNvSpPr txBox="1"/>
          <p:nvPr/>
        </p:nvSpPr>
        <p:spPr>
          <a:xfrm>
            <a:off x="667719" y="5271054"/>
            <a:ext cx="2748316" cy="369332"/>
          </a:xfrm>
          <a:prstGeom prst="rect">
            <a:avLst/>
          </a:prstGeom>
          <a:noFill/>
        </p:spPr>
        <p:txBody>
          <a:bodyPr wrap="none" rtlCol="0">
            <a:spAutoFit/>
          </a:bodyPr>
          <a:lstStyle/>
          <a:p>
            <a:r>
              <a:rPr lang="en-US" dirty="0">
                <a:solidFill>
                  <a:schemeClr val="accent2">
                    <a:lumMod val="60000"/>
                    <a:lumOff val="40000"/>
                  </a:schemeClr>
                </a:solidFill>
              </a:rPr>
              <a:t>Can you guess best case?</a:t>
            </a:r>
          </a:p>
        </p:txBody>
      </p:sp>
    </p:spTree>
    <p:extLst>
      <p:ext uri="{BB962C8B-B14F-4D97-AF65-F5344CB8AC3E}">
        <p14:creationId xmlns:p14="http://schemas.microsoft.com/office/powerpoint/2010/main" val="5603460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AA3E6851-7B9D-FEE1-160C-F9696C5FBB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0F63D8-EA78-5376-5CD5-514A94328F49}"/>
              </a:ext>
            </a:extLst>
          </p:cNvPr>
          <p:cNvSpPr>
            <a:spLocks noGrp="1"/>
          </p:cNvSpPr>
          <p:nvPr>
            <p:ph type="ctrTitle"/>
          </p:nvPr>
        </p:nvSpPr>
        <p:spPr/>
        <p:txBody>
          <a:bodyPr>
            <a:normAutofit/>
          </a:bodyPr>
          <a:lstStyle/>
          <a:p>
            <a:r>
              <a:rPr lang="en-US" sz="4800" dirty="0" err="1">
                <a:solidFill>
                  <a:srgbClr val="FFC000"/>
                </a:solidFill>
              </a:rPr>
              <a:t>BubbleSort</a:t>
            </a:r>
            <a:endParaRPr lang="en-US" sz="4800" dirty="0">
              <a:solidFill>
                <a:srgbClr val="FFC000"/>
              </a:solidFill>
            </a:endParaRPr>
          </a:p>
        </p:txBody>
      </p:sp>
      <p:sp>
        <p:nvSpPr>
          <p:cNvPr id="3" name="Subtitle 2">
            <a:extLst>
              <a:ext uri="{FF2B5EF4-FFF2-40B4-BE49-F238E27FC236}">
                <a16:creationId xmlns:a16="http://schemas.microsoft.com/office/drawing/2014/main" id="{AF04C19C-5254-6577-0E7D-1CD795BA2724}"/>
              </a:ext>
            </a:extLst>
          </p:cNvPr>
          <p:cNvSpPr>
            <a:spLocks noGrp="1"/>
          </p:cNvSpPr>
          <p:nvPr>
            <p:ph type="subTitle" idx="1"/>
          </p:nvPr>
        </p:nvSpPr>
        <p:spPr/>
        <p:txBody>
          <a:bodyPr/>
          <a:lstStyle/>
          <a:p>
            <a:r>
              <a:rPr lang="en-US" dirty="0">
                <a:solidFill>
                  <a:schemeClr val="bg1"/>
                </a:solidFill>
              </a:rPr>
              <a:t>Unit-03.01.03</a:t>
            </a:r>
          </a:p>
        </p:txBody>
      </p:sp>
    </p:spTree>
    <p:extLst>
      <p:ext uri="{BB962C8B-B14F-4D97-AF65-F5344CB8AC3E}">
        <p14:creationId xmlns:p14="http://schemas.microsoft.com/office/powerpoint/2010/main" val="35512993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56E6932E-A285-5831-E6F1-9E283463F955}"/>
            </a:ext>
          </a:extLst>
        </p:cNvPr>
        <p:cNvGrpSpPr/>
        <p:nvPr/>
      </p:nvGrpSpPr>
      <p:grpSpPr>
        <a:xfrm>
          <a:off x="0" y="0"/>
          <a:ext cx="0" cy="0"/>
          <a:chOff x="0" y="0"/>
          <a:chExt cx="0" cy="0"/>
        </a:xfrm>
      </p:grpSpPr>
      <p:grpSp>
        <p:nvGrpSpPr>
          <p:cNvPr id="31" name="Group 30">
            <a:extLst>
              <a:ext uri="{FF2B5EF4-FFF2-40B4-BE49-F238E27FC236}">
                <a16:creationId xmlns:a16="http://schemas.microsoft.com/office/drawing/2014/main" id="{45B4CB13-DF86-AC91-2584-E8958CE461E6}"/>
              </a:ext>
            </a:extLst>
          </p:cNvPr>
          <p:cNvGrpSpPr/>
          <p:nvPr/>
        </p:nvGrpSpPr>
        <p:grpSpPr>
          <a:xfrm>
            <a:off x="74139" y="288323"/>
            <a:ext cx="4934465" cy="6352093"/>
            <a:chOff x="74139" y="288323"/>
            <a:chExt cx="4934465" cy="6352093"/>
          </a:xfrm>
        </p:grpSpPr>
        <p:grpSp>
          <p:nvGrpSpPr>
            <p:cNvPr id="11" name="Group 10">
              <a:extLst>
                <a:ext uri="{FF2B5EF4-FFF2-40B4-BE49-F238E27FC236}">
                  <a16:creationId xmlns:a16="http://schemas.microsoft.com/office/drawing/2014/main" id="{43D37995-6E5B-FC10-8FA1-ED7A0F0FDA88}"/>
                </a:ext>
              </a:extLst>
            </p:cNvPr>
            <p:cNvGrpSpPr/>
            <p:nvPr/>
          </p:nvGrpSpPr>
          <p:grpSpPr>
            <a:xfrm>
              <a:off x="74139" y="601361"/>
              <a:ext cx="4934465" cy="769441"/>
              <a:chOff x="3253946" y="2105561"/>
              <a:chExt cx="6096000" cy="1240430"/>
            </a:xfrm>
          </p:grpSpPr>
          <p:sp>
            <p:nvSpPr>
              <p:cNvPr id="9" name="TextBox 8">
                <a:extLst>
                  <a:ext uri="{FF2B5EF4-FFF2-40B4-BE49-F238E27FC236}">
                    <a16:creationId xmlns:a16="http://schemas.microsoft.com/office/drawing/2014/main" id="{72B4FA76-E398-4095-C081-171E2EF538B6}"/>
                  </a:ext>
                </a:extLst>
              </p:cNvPr>
              <p:cNvSpPr txBox="1"/>
              <p:nvPr/>
            </p:nvSpPr>
            <p:spPr>
              <a:xfrm>
                <a:off x="3253946" y="2105561"/>
                <a:ext cx="6096000" cy="1240430"/>
              </a:xfrm>
              <a:prstGeom prst="rect">
                <a:avLst/>
              </a:prstGeom>
              <a:noFill/>
            </p:spPr>
            <p:txBody>
              <a:bodyPr wrap="square">
                <a:spAutoFit/>
              </a:bodyPr>
              <a:lstStyle/>
              <a:p>
                <a:pPr algn="l"/>
                <a:r>
                  <a:rPr lang="en-US" sz="4400" b="0" i="0" dirty="0">
                    <a:solidFill>
                      <a:srgbClr val="FFFFFF"/>
                    </a:solidFill>
                    <a:effectLst/>
                    <a:latin typeface="Söhne"/>
                  </a:rPr>
                  <a:t>[9, 2, 6, 15, 3,]</a:t>
                </a:r>
                <a:endParaRPr lang="en-US" sz="4400" b="0" i="0" dirty="0">
                  <a:solidFill>
                    <a:srgbClr val="FFFFFF"/>
                  </a:solidFill>
                  <a:effectLst/>
                  <a:latin typeface="Inter"/>
                </a:endParaRPr>
              </a:p>
            </p:txBody>
          </p:sp>
          <p:sp>
            <p:nvSpPr>
              <p:cNvPr id="10" name="Rounded Rectangle 9">
                <a:extLst>
                  <a:ext uri="{FF2B5EF4-FFF2-40B4-BE49-F238E27FC236}">
                    <a16:creationId xmlns:a16="http://schemas.microsoft.com/office/drawing/2014/main" id="{735B6D4B-8875-26BE-85DC-C2AE0FD7DB70}"/>
                  </a:ext>
                </a:extLst>
              </p:cNvPr>
              <p:cNvSpPr/>
              <p:nvPr/>
            </p:nvSpPr>
            <p:spPr>
              <a:xfrm>
                <a:off x="3543233" y="2335686"/>
                <a:ext cx="1247434" cy="873212"/>
              </a:xfrm>
              <a:prstGeom prst="roundRect">
                <a:avLst/>
              </a:prstGeom>
              <a:solidFill>
                <a:schemeClr val="accent2">
                  <a:alpha val="46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a:p>
            </p:txBody>
          </p:sp>
        </p:grpSp>
        <p:grpSp>
          <p:nvGrpSpPr>
            <p:cNvPr id="12" name="Group 11">
              <a:extLst>
                <a:ext uri="{FF2B5EF4-FFF2-40B4-BE49-F238E27FC236}">
                  <a16:creationId xmlns:a16="http://schemas.microsoft.com/office/drawing/2014/main" id="{1DE53022-D2E0-1578-5041-2B691C90FC0E}"/>
                </a:ext>
              </a:extLst>
            </p:cNvPr>
            <p:cNvGrpSpPr/>
            <p:nvPr/>
          </p:nvGrpSpPr>
          <p:grpSpPr>
            <a:xfrm>
              <a:off x="74139" y="2357899"/>
              <a:ext cx="4934465" cy="769441"/>
              <a:chOff x="3253946" y="2105561"/>
              <a:chExt cx="6096000" cy="1240430"/>
            </a:xfrm>
          </p:grpSpPr>
          <p:sp>
            <p:nvSpPr>
              <p:cNvPr id="13" name="TextBox 12">
                <a:extLst>
                  <a:ext uri="{FF2B5EF4-FFF2-40B4-BE49-F238E27FC236}">
                    <a16:creationId xmlns:a16="http://schemas.microsoft.com/office/drawing/2014/main" id="{EAC80495-1E51-CA31-0934-1E2E73F6D5BF}"/>
                  </a:ext>
                </a:extLst>
              </p:cNvPr>
              <p:cNvSpPr txBox="1"/>
              <p:nvPr/>
            </p:nvSpPr>
            <p:spPr>
              <a:xfrm>
                <a:off x="3253946" y="2105561"/>
                <a:ext cx="6096000" cy="1240430"/>
              </a:xfrm>
              <a:prstGeom prst="rect">
                <a:avLst/>
              </a:prstGeom>
              <a:noFill/>
            </p:spPr>
            <p:txBody>
              <a:bodyPr wrap="square">
                <a:spAutoFit/>
              </a:bodyPr>
              <a:lstStyle/>
              <a:p>
                <a:pPr algn="l"/>
                <a:r>
                  <a:rPr lang="en-US" sz="4400" b="0" i="0" dirty="0">
                    <a:solidFill>
                      <a:srgbClr val="FFFFFF"/>
                    </a:solidFill>
                    <a:effectLst/>
                    <a:latin typeface="Söhne"/>
                  </a:rPr>
                  <a:t>[2, </a:t>
                </a:r>
                <a:r>
                  <a:rPr lang="en-US" sz="4400" dirty="0">
                    <a:solidFill>
                      <a:srgbClr val="FFFFFF"/>
                    </a:solidFill>
                    <a:latin typeface="Söhne"/>
                  </a:rPr>
                  <a:t>9</a:t>
                </a:r>
                <a:r>
                  <a:rPr lang="en-US" sz="4400" b="0" i="0" dirty="0">
                    <a:solidFill>
                      <a:srgbClr val="FFFFFF"/>
                    </a:solidFill>
                    <a:effectLst/>
                    <a:latin typeface="Söhne"/>
                  </a:rPr>
                  <a:t>, 6, 15, 3,]</a:t>
                </a:r>
                <a:endParaRPr lang="en-US" sz="4400" b="0" i="0" dirty="0">
                  <a:solidFill>
                    <a:srgbClr val="FFFFFF"/>
                  </a:solidFill>
                  <a:effectLst/>
                  <a:latin typeface="Inter"/>
                </a:endParaRPr>
              </a:p>
            </p:txBody>
          </p:sp>
          <p:sp>
            <p:nvSpPr>
              <p:cNvPr id="14" name="Rounded Rectangle 13">
                <a:extLst>
                  <a:ext uri="{FF2B5EF4-FFF2-40B4-BE49-F238E27FC236}">
                    <a16:creationId xmlns:a16="http://schemas.microsoft.com/office/drawing/2014/main" id="{3980A2F6-DE89-017A-1F20-9D29E5A7AC43}"/>
                  </a:ext>
                </a:extLst>
              </p:cNvPr>
              <p:cNvSpPr/>
              <p:nvPr/>
            </p:nvSpPr>
            <p:spPr>
              <a:xfrm>
                <a:off x="4177127" y="2335436"/>
                <a:ext cx="1188394" cy="873212"/>
              </a:xfrm>
              <a:prstGeom prst="roundRect">
                <a:avLst/>
              </a:prstGeom>
              <a:solidFill>
                <a:schemeClr val="accent2">
                  <a:alpha val="46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a:p>
            </p:txBody>
          </p:sp>
        </p:grpSp>
        <p:grpSp>
          <p:nvGrpSpPr>
            <p:cNvPr id="15" name="Group 14">
              <a:extLst>
                <a:ext uri="{FF2B5EF4-FFF2-40B4-BE49-F238E27FC236}">
                  <a16:creationId xmlns:a16="http://schemas.microsoft.com/office/drawing/2014/main" id="{3C78A975-A25F-DE22-46B5-997BC679F04E}"/>
                </a:ext>
              </a:extLst>
            </p:cNvPr>
            <p:cNvGrpSpPr/>
            <p:nvPr/>
          </p:nvGrpSpPr>
          <p:grpSpPr>
            <a:xfrm>
              <a:off x="74139" y="4114437"/>
              <a:ext cx="4934465" cy="769441"/>
              <a:chOff x="3253946" y="2105561"/>
              <a:chExt cx="6096000" cy="1240430"/>
            </a:xfrm>
          </p:grpSpPr>
          <p:sp>
            <p:nvSpPr>
              <p:cNvPr id="16" name="TextBox 15">
                <a:extLst>
                  <a:ext uri="{FF2B5EF4-FFF2-40B4-BE49-F238E27FC236}">
                    <a16:creationId xmlns:a16="http://schemas.microsoft.com/office/drawing/2014/main" id="{F64605CA-E757-45F9-F60C-8BE6482757E5}"/>
                  </a:ext>
                </a:extLst>
              </p:cNvPr>
              <p:cNvSpPr txBox="1"/>
              <p:nvPr/>
            </p:nvSpPr>
            <p:spPr>
              <a:xfrm>
                <a:off x="3253946" y="2105561"/>
                <a:ext cx="6096000" cy="1240430"/>
              </a:xfrm>
              <a:prstGeom prst="rect">
                <a:avLst/>
              </a:prstGeom>
              <a:noFill/>
            </p:spPr>
            <p:txBody>
              <a:bodyPr wrap="square">
                <a:spAutoFit/>
              </a:bodyPr>
              <a:lstStyle/>
              <a:p>
                <a:pPr algn="l"/>
                <a:r>
                  <a:rPr lang="en-US" sz="4400" b="0" i="0" dirty="0">
                    <a:solidFill>
                      <a:srgbClr val="FFFFFF"/>
                    </a:solidFill>
                    <a:effectLst/>
                    <a:latin typeface="Söhne"/>
                  </a:rPr>
                  <a:t>[2, 6, </a:t>
                </a:r>
                <a:r>
                  <a:rPr lang="en-US" sz="4400" dirty="0">
                    <a:solidFill>
                      <a:srgbClr val="FFFFFF"/>
                    </a:solidFill>
                    <a:latin typeface="Söhne"/>
                  </a:rPr>
                  <a:t>9</a:t>
                </a:r>
                <a:r>
                  <a:rPr lang="en-US" sz="4400" b="0" i="0" dirty="0">
                    <a:solidFill>
                      <a:srgbClr val="FFFFFF"/>
                    </a:solidFill>
                    <a:effectLst/>
                    <a:latin typeface="Söhne"/>
                  </a:rPr>
                  <a:t>, 15, 3,]</a:t>
                </a:r>
                <a:endParaRPr lang="en-US" sz="4400" b="0" i="0" dirty="0">
                  <a:solidFill>
                    <a:srgbClr val="FFFFFF"/>
                  </a:solidFill>
                  <a:effectLst/>
                  <a:latin typeface="Inter"/>
                </a:endParaRPr>
              </a:p>
            </p:txBody>
          </p:sp>
          <p:sp>
            <p:nvSpPr>
              <p:cNvPr id="17" name="Rounded Rectangle 16">
                <a:extLst>
                  <a:ext uri="{FF2B5EF4-FFF2-40B4-BE49-F238E27FC236}">
                    <a16:creationId xmlns:a16="http://schemas.microsoft.com/office/drawing/2014/main" id="{438D0C39-910B-A5F6-0006-E1CF2E7F857E}"/>
                  </a:ext>
                </a:extLst>
              </p:cNvPr>
              <p:cNvSpPr/>
              <p:nvPr/>
            </p:nvSpPr>
            <p:spPr>
              <a:xfrm>
                <a:off x="4749959" y="2334938"/>
                <a:ext cx="1750438" cy="873212"/>
              </a:xfrm>
              <a:prstGeom prst="roundRect">
                <a:avLst/>
              </a:prstGeom>
              <a:solidFill>
                <a:schemeClr val="accent2">
                  <a:alpha val="46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dirty="0"/>
              </a:p>
            </p:txBody>
          </p:sp>
        </p:grpSp>
        <p:grpSp>
          <p:nvGrpSpPr>
            <p:cNvPr id="18" name="Group 17">
              <a:extLst>
                <a:ext uri="{FF2B5EF4-FFF2-40B4-BE49-F238E27FC236}">
                  <a16:creationId xmlns:a16="http://schemas.microsoft.com/office/drawing/2014/main" id="{E5DA0ABA-CD4B-96E1-68DA-E4F89DA74DD1}"/>
                </a:ext>
              </a:extLst>
            </p:cNvPr>
            <p:cNvGrpSpPr/>
            <p:nvPr/>
          </p:nvGrpSpPr>
          <p:grpSpPr>
            <a:xfrm>
              <a:off x="74139" y="4992706"/>
              <a:ext cx="4934465" cy="769441"/>
              <a:chOff x="3253946" y="2105561"/>
              <a:chExt cx="6096000" cy="1240430"/>
            </a:xfrm>
          </p:grpSpPr>
          <p:sp>
            <p:nvSpPr>
              <p:cNvPr id="19" name="TextBox 18">
                <a:extLst>
                  <a:ext uri="{FF2B5EF4-FFF2-40B4-BE49-F238E27FC236}">
                    <a16:creationId xmlns:a16="http://schemas.microsoft.com/office/drawing/2014/main" id="{BD9C7F12-C3EB-6A59-4FB7-A5475F28664D}"/>
                  </a:ext>
                </a:extLst>
              </p:cNvPr>
              <p:cNvSpPr txBox="1"/>
              <p:nvPr/>
            </p:nvSpPr>
            <p:spPr>
              <a:xfrm>
                <a:off x="3253946" y="2105561"/>
                <a:ext cx="6096000" cy="1240430"/>
              </a:xfrm>
              <a:prstGeom prst="rect">
                <a:avLst/>
              </a:prstGeom>
              <a:noFill/>
            </p:spPr>
            <p:txBody>
              <a:bodyPr wrap="square">
                <a:spAutoFit/>
              </a:bodyPr>
              <a:lstStyle/>
              <a:p>
                <a:pPr algn="l"/>
                <a:r>
                  <a:rPr lang="en-US" sz="4400" b="0" i="0" dirty="0">
                    <a:solidFill>
                      <a:srgbClr val="FFFFFF"/>
                    </a:solidFill>
                    <a:effectLst/>
                    <a:latin typeface="Söhne"/>
                  </a:rPr>
                  <a:t>[2, </a:t>
                </a:r>
                <a:r>
                  <a:rPr lang="en-US" sz="4400" dirty="0">
                    <a:solidFill>
                      <a:srgbClr val="FFFFFF"/>
                    </a:solidFill>
                    <a:latin typeface="Söhne"/>
                  </a:rPr>
                  <a:t>6</a:t>
                </a:r>
                <a:r>
                  <a:rPr lang="en-US" sz="4400" b="0" i="0" dirty="0">
                    <a:solidFill>
                      <a:srgbClr val="FFFFFF"/>
                    </a:solidFill>
                    <a:effectLst/>
                    <a:latin typeface="Söhne"/>
                  </a:rPr>
                  <a:t>, </a:t>
                </a:r>
                <a:r>
                  <a:rPr lang="en-US" sz="4400" dirty="0">
                    <a:solidFill>
                      <a:srgbClr val="FFFFFF"/>
                    </a:solidFill>
                    <a:latin typeface="Söhne"/>
                  </a:rPr>
                  <a:t>9</a:t>
                </a:r>
                <a:r>
                  <a:rPr lang="en-US" sz="4400" b="0" i="0" dirty="0">
                    <a:solidFill>
                      <a:srgbClr val="FFFFFF"/>
                    </a:solidFill>
                    <a:effectLst/>
                    <a:latin typeface="Söhne"/>
                  </a:rPr>
                  <a:t>, 15, 3,]</a:t>
                </a:r>
                <a:endParaRPr lang="en-US" sz="4400" b="0" i="0" dirty="0">
                  <a:solidFill>
                    <a:srgbClr val="FFFFFF"/>
                  </a:solidFill>
                  <a:effectLst/>
                  <a:latin typeface="Inter"/>
                </a:endParaRPr>
              </a:p>
            </p:txBody>
          </p:sp>
          <p:sp>
            <p:nvSpPr>
              <p:cNvPr id="20" name="Rounded Rectangle 19">
                <a:extLst>
                  <a:ext uri="{FF2B5EF4-FFF2-40B4-BE49-F238E27FC236}">
                    <a16:creationId xmlns:a16="http://schemas.microsoft.com/office/drawing/2014/main" id="{9E39439D-9DED-FB13-B65D-7179EDC0C515}"/>
                  </a:ext>
                </a:extLst>
              </p:cNvPr>
              <p:cNvSpPr/>
              <p:nvPr/>
            </p:nvSpPr>
            <p:spPr>
              <a:xfrm>
                <a:off x="5553938" y="2328388"/>
                <a:ext cx="1606268" cy="873212"/>
              </a:xfrm>
              <a:prstGeom prst="roundRect">
                <a:avLst/>
              </a:prstGeom>
              <a:solidFill>
                <a:schemeClr val="accent2">
                  <a:alpha val="46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a:p>
            </p:txBody>
          </p:sp>
        </p:grpSp>
        <p:grpSp>
          <p:nvGrpSpPr>
            <p:cNvPr id="21" name="Group 20">
              <a:extLst>
                <a:ext uri="{FF2B5EF4-FFF2-40B4-BE49-F238E27FC236}">
                  <a16:creationId xmlns:a16="http://schemas.microsoft.com/office/drawing/2014/main" id="{2D24EE74-B399-E97A-DC41-DD024776F73B}"/>
                </a:ext>
              </a:extLst>
            </p:cNvPr>
            <p:cNvGrpSpPr/>
            <p:nvPr/>
          </p:nvGrpSpPr>
          <p:grpSpPr>
            <a:xfrm>
              <a:off x="74139" y="1479630"/>
              <a:ext cx="4934465" cy="769441"/>
              <a:chOff x="3253946" y="2105561"/>
              <a:chExt cx="6096000" cy="1240430"/>
            </a:xfrm>
          </p:grpSpPr>
          <p:sp>
            <p:nvSpPr>
              <p:cNvPr id="22" name="TextBox 21">
                <a:extLst>
                  <a:ext uri="{FF2B5EF4-FFF2-40B4-BE49-F238E27FC236}">
                    <a16:creationId xmlns:a16="http://schemas.microsoft.com/office/drawing/2014/main" id="{586F136D-DFE1-FF18-49A9-BFDA2DF59883}"/>
                  </a:ext>
                </a:extLst>
              </p:cNvPr>
              <p:cNvSpPr txBox="1"/>
              <p:nvPr/>
            </p:nvSpPr>
            <p:spPr>
              <a:xfrm>
                <a:off x="3253946" y="2105561"/>
                <a:ext cx="6096000" cy="1240430"/>
              </a:xfrm>
              <a:prstGeom prst="rect">
                <a:avLst/>
              </a:prstGeom>
              <a:noFill/>
            </p:spPr>
            <p:txBody>
              <a:bodyPr wrap="square">
                <a:spAutoFit/>
              </a:bodyPr>
              <a:lstStyle/>
              <a:p>
                <a:pPr algn="l"/>
                <a:r>
                  <a:rPr lang="en-US" sz="4400" b="0" i="0" dirty="0">
                    <a:solidFill>
                      <a:srgbClr val="FFFFFF"/>
                    </a:solidFill>
                    <a:effectLst/>
                    <a:latin typeface="Söhne"/>
                  </a:rPr>
                  <a:t>[2, 9, 6, 15, 3,]</a:t>
                </a:r>
                <a:endParaRPr lang="en-US" sz="4400" b="0" i="0" dirty="0">
                  <a:solidFill>
                    <a:srgbClr val="FFFFFF"/>
                  </a:solidFill>
                  <a:effectLst/>
                  <a:latin typeface="Inter"/>
                </a:endParaRPr>
              </a:p>
            </p:txBody>
          </p:sp>
          <p:sp>
            <p:nvSpPr>
              <p:cNvPr id="23" name="Rounded Rectangle 22">
                <a:extLst>
                  <a:ext uri="{FF2B5EF4-FFF2-40B4-BE49-F238E27FC236}">
                    <a16:creationId xmlns:a16="http://schemas.microsoft.com/office/drawing/2014/main" id="{93F2C55B-C9B8-B14C-3742-7D9C4FCFE29E}"/>
                  </a:ext>
                </a:extLst>
              </p:cNvPr>
              <p:cNvSpPr/>
              <p:nvPr/>
            </p:nvSpPr>
            <p:spPr>
              <a:xfrm>
                <a:off x="3624649" y="2388973"/>
                <a:ext cx="1166018" cy="873212"/>
              </a:xfrm>
              <a:prstGeom prst="roundRect">
                <a:avLst/>
              </a:prstGeom>
              <a:solidFill>
                <a:schemeClr val="accent3">
                  <a:lumMod val="40000"/>
                  <a:lumOff val="60000"/>
                  <a:alpha val="46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dirty="0"/>
              </a:p>
            </p:txBody>
          </p:sp>
        </p:grpSp>
        <p:grpSp>
          <p:nvGrpSpPr>
            <p:cNvPr id="24" name="Group 23">
              <a:extLst>
                <a:ext uri="{FF2B5EF4-FFF2-40B4-BE49-F238E27FC236}">
                  <a16:creationId xmlns:a16="http://schemas.microsoft.com/office/drawing/2014/main" id="{6E67AE6D-BD68-6B03-63C7-ED91E15B97F3}"/>
                </a:ext>
              </a:extLst>
            </p:cNvPr>
            <p:cNvGrpSpPr/>
            <p:nvPr/>
          </p:nvGrpSpPr>
          <p:grpSpPr>
            <a:xfrm>
              <a:off x="74139" y="3236168"/>
              <a:ext cx="4934465" cy="769441"/>
              <a:chOff x="3253946" y="2105561"/>
              <a:chExt cx="6096000" cy="1240430"/>
            </a:xfrm>
          </p:grpSpPr>
          <p:sp>
            <p:nvSpPr>
              <p:cNvPr id="25" name="TextBox 24">
                <a:extLst>
                  <a:ext uri="{FF2B5EF4-FFF2-40B4-BE49-F238E27FC236}">
                    <a16:creationId xmlns:a16="http://schemas.microsoft.com/office/drawing/2014/main" id="{C9FE4CF5-7901-62F8-4B40-C4647E6C34E7}"/>
                  </a:ext>
                </a:extLst>
              </p:cNvPr>
              <p:cNvSpPr txBox="1"/>
              <p:nvPr/>
            </p:nvSpPr>
            <p:spPr>
              <a:xfrm>
                <a:off x="3253946" y="2105561"/>
                <a:ext cx="6096000" cy="1240430"/>
              </a:xfrm>
              <a:prstGeom prst="rect">
                <a:avLst/>
              </a:prstGeom>
              <a:noFill/>
            </p:spPr>
            <p:txBody>
              <a:bodyPr wrap="square">
                <a:spAutoFit/>
              </a:bodyPr>
              <a:lstStyle/>
              <a:p>
                <a:pPr algn="l"/>
                <a:r>
                  <a:rPr lang="en-US" sz="4400" b="0" i="0" dirty="0">
                    <a:solidFill>
                      <a:srgbClr val="FFFFFF"/>
                    </a:solidFill>
                    <a:effectLst/>
                    <a:latin typeface="Söhne"/>
                  </a:rPr>
                  <a:t>[2, 6, </a:t>
                </a:r>
                <a:r>
                  <a:rPr lang="en-US" sz="4400" dirty="0">
                    <a:solidFill>
                      <a:srgbClr val="FFFFFF"/>
                    </a:solidFill>
                    <a:latin typeface="Söhne"/>
                  </a:rPr>
                  <a:t>9</a:t>
                </a:r>
                <a:r>
                  <a:rPr lang="en-US" sz="4400" b="0" i="0" dirty="0">
                    <a:solidFill>
                      <a:srgbClr val="FFFFFF"/>
                    </a:solidFill>
                    <a:effectLst/>
                    <a:latin typeface="Söhne"/>
                  </a:rPr>
                  <a:t>, 15, 3,]</a:t>
                </a:r>
                <a:endParaRPr lang="en-US" sz="4400" b="0" i="0" dirty="0">
                  <a:solidFill>
                    <a:srgbClr val="FFFFFF"/>
                  </a:solidFill>
                  <a:effectLst/>
                  <a:latin typeface="Inter"/>
                </a:endParaRPr>
              </a:p>
            </p:txBody>
          </p:sp>
          <p:sp>
            <p:nvSpPr>
              <p:cNvPr id="26" name="Rounded Rectangle 25">
                <a:extLst>
                  <a:ext uri="{FF2B5EF4-FFF2-40B4-BE49-F238E27FC236}">
                    <a16:creationId xmlns:a16="http://schemas.microsoft.com/office/drawing/2014/main" id="{5CF2DD37-A06B-9371-CF7D-7E13B8EA1CC4}"/>
                  </a:ext>
                </a:extLst>
              </p:cNvPr>
              <p:cNvSpPr/>
              <p:nvPr/>
            </p:nvSpPr>
            <p:spPr>
              <a:xfrm>
                <a:off x="4253599" y="2388475"/>
                <a:ext cx="1188394" cy="873212"/>
              </a:xfrm>
              <a:prstGeom prst="roundRect">
                <a:avLst/>
              </a:prstGeom>
              <a:solidFill>
                <a:schemeClr val="accent3">
                  <a:lumMod val="40000"/>
                  <a:lumOff val="60000"/>
                  <a:alpha val="46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a:p>
            </p:txBody>
          </p:sp>
        </p:grpSp>
        <p:grpSp>
          <p:nvGrpSpPr>
            <p:cNvPr id="27" name="Group 26">
              <a:extLst>
                <a:ext uri="{FF2B5EF4-FFF2-40B4-BE49-F238E27FC236}">
                  <a16:creationId xmlns:a16="http://schemas.microsoft.com/office/drawing/2014/main" id="{74D451F9-E0A1-A7BA-5CE0-B84AC24ABF84}"/>
                </a:ext>
              </a:extLst>
            </p:cNvPr>
            <p:cNvGrpSpPr/>
            <p:nvPr/>
          </p:nvGrpSpPr>
          <p:grpSpPr>
            <a:xfrm>
              <a:off x="74139" y="5870975"/>
              <a:ext cx="4934465" cy="769441"/>
              <a:chOff x="3253946" y="2105561"/>
              <a:chExt cx="6096000" cy="1240430"/>
            </a:xfrm>
          </p:grpSpPr>
          <p:sp>
            <p:nvSpPr>
              <p:cNvPr id="28" name="TextBox 27">
                <a:extLst>
                  <a:ext uri="{FF2B5EF4-FFF2-40B4-BE49-F238E27FC236}">
                    <a16:creationId xmlns:a16="http://schemas.microsoft.com/office/drawing/2014/main" id="{8EAC9727-A87F-E1EB-30C8-9DB42B83BC47}"/>
                  </a:ext>
                </a:extLst>
              </p:cNvPr>
              <p:cNvSpPr txBox="1"/>
              <p:nvPr/>
            </p:nvSpPr>
            <p:spPr>
              <a:xfrm>
                <a:off x="3253946" y="2105561"/>
                <a:ext cx="6096000" cy="1240430"/>
              </a:xfrm>
              <a:prstGeom prst="rect">
                <a:avLst/>
              </a:prstGeom>
              <a:noFill/>
            </p:spPr>
            <p:txBody>
              <a:bodyPr wrap="square">
                <a:spAutoFit/>
              </a:bodyPr>
              <a:lstStyle/>
              <a:p>
                <a:pPr algn="l"/>
                <a:r>
                  <a:rPr lang="en-US" sz="4400" b="0" i="0" dirty="0">
                    <a:solidFill>
                      <a:srgbClr val="FFFFFF"/>
                    </a:solidFill>
                    <a:effectLst/>
                    <a:latin typeface="Söhne"/>
                  </a:rPr>
                  <a:t>[2, </a:t>
                </a:r>
                <a:r>
                  <a:rPr lang="en-US" sz="4400" dirty="0">
                    <a:solidFill>
                      <a:srgbClr val="FFFFFF"/>
                    </a:solidFill>
                    <a:latin typeface="Söhne"/>
                  </a:rPr>
                  <a:t>6</a:t>
                </a:r>
                <a:r>
                  <a:rPr lang="en-US" sz="4400" b="0" i="0" dirty="0">
                    <a:solidFill>
                      <a:srgbClr val="FFFFFF"/>
                    </a:solidFill>
                    <a:effectLst/>
                    <a:latin typeface="Söhne"/>
                  </a:rPr>
                  <a:t>, </a:t>
                </a:r>
                <a:r>
                  <a:rPr lang="en-US" sz="4400" dirty="0">
                    <a:solidFill>
                      <a:srgbClr val="FFFFFF"/>
                    </a:solidFill>
                    <a:latin typeface="Söhne"/>
                  </a:rPr>
                  <a:t>9</a:t>
                </a:r>
                <a:r>
                  <a:rPr lang="en-US" sz="4400" b="0" i="0" dirty="0">
                    <a:solidFill>
                      <a:srgbClr val="FFFFFF"/>
                    </a:solidFill>
                    <a:effectLst/>
                    <a:latin typeface="Söhne"/>
                  </a:rPr>
                  <a:t>, 3, </a:t>
                </a:r>
                <a:r>
                  <a:rPr lang="en-US" sz="4400" dirty="0">
                    <a:solidFill>
                      <a:srgbClr val="FFFFFF"/>
                    </a:solidFill>
                    <a:latin typeface="Söhne"/>
                  </a:rPr>
                  <a:t>15</a:t>
                </a:r>
                <a:r>
                  <a:rPr lang="en-US" sz="4400" b="0" i="0" dirty="0">
                    <a:solidFill>
                      <a:srgbClr val="FFFFFF"/>
                    </a:solidFill>
                    <a:effectLst/>
                    <a:latin typeface="Söhne"/>
                  </a:rPr>
                  <a:t>,]</a:t>
                </a:r>
                <a:endParaRPr lang="en-US" sz="4400" b="0" i="0" dirty="0">
                  <a:solidFill>
                    <a:srgbClr val="FFFFFF"/>
                  </a:solidFill>
                  <a:effectLst/>
                  <a:latin typeface="Inter"/>
                </a:endParaRPr>
              </a:p>
            </p:txBody>
          </p:sp>
          <p:sp>
            <p:nvSpPr>
              <p:cNvPr id="29" name="Rounded Rectangle 28">
                <a:extLst>
                  <a:ext uri="{FF2B5EF4-FFF2-40B4-BE49-F238E27FC236}">
                    <a16:creationId xmlns:a16="http://schemas.microsoft.com/office/drawing/2014/main" id="{5C9702A6-8948-29D8-A3CD-65BCD0E2AF34}"/>
                  </a:ext>
                </a:extLst>
              </p:cNvPr>
              <p:cNvSpPr/>
              <p:nvPr/>
            </p:nvSpPr>
            <p:spPr>
              <a:xfrm>
                <a:off x="5553938" y="2328388"/>
                <a:ext cx="1606268" cy="873212"/>
              </a:xfrm>
              <a:prstGeom prst="roundRect">
                <a:avLst/>
              </a:prstGeom>
              <a:solidFill>
                <a:schemeClr val="accent3">
                  <a:lumMod val="40000"/>
                  <a:lumOff val="60000"/>
                  <a:alpha val="46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a:p>
            </p:txBody>
          </p:sp>
        </p:grpSp>
        <p:sp>
          <p:nvSpPr>
            <p:cNvPr id="30" name="Down Arrow 29">
              <a:extLst>
                <a:ext uri="{FF2B5EF4-FFF2-40B4-BE49-F238E27FC236}">
                  <a16:creationId xmlns:a16="http://schemas.microsoft.com/office/drawing/2014/main" id="{BF6064B9-CAF7-E835-30D8-3D53B2A5D70B}"/>
                </a:ext>
              </a:extLst>
            </p:cNvPr>
            <p:cNvSpPr/>
            <p:nvPr/>
          </p:nvSpPr>
          <p:spPr>
            <a:xfrm>
              <a:off x="187102" y="288323"/>
              <a:ext cx="626076" cy="384411"/>
            </a:xfrm>
            <a:prstGeom prst="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7DE43571-3E17-5DD9-9406-45FC995004F8}"/>
              </a:ext>
            </a:extLst>
          </p:cNvPr>
          <p:cNvGrpSpPr/>
          <p:nvPr/>
        </p:nvGrpSpPr>
        <p:grpSpPr>
          <a:xfrm>
            <a:off x="3628767" y="288323"/>
            <a:ext cx="4934465" cy="6352093"/>
            <a:chOff x="74139" y="288323"/>
            <a:chExt cx="4934465" cy="6352093"/>
          </a:xfrm>
        </p:grpSpPr>
        <p:grpSp>
          <p:nvGrpSpPr>
            <p:cNvPr id="33" name="Group 32">
              <a:extLst>
                <a:ext uri="{FF2B5EF4-FFF2-40B4-BE49-F238E27FC236}">
                  <a16:creationId xmlns:a16="http://schemas.microsoft.com/office/drawing/2014/main" id="{B64AE59C-FDC1-AE16-C29F-0B0096784E99}"/>
                </a:ext>
              </a:extLst>
            </p:cNvPr>
            <p:cNvGrpSpPr/>
            <p:nvPr/>
          </p:nvGrpSpPr>
          <p:grpSpPr>
            <a:xfrm>
              <a:off x="74139" y="601361"/>
              <a:ext cx="4934465" cy="769441"/>
              <a:chOff x="3253946" y="2105561"/>
              <a:chExt cx="6096000" cy="1240430"/>
            </a:xfrm>
          </p:grpSpPr>
          <p:sp>
            <p:nvSpPr>
              <p:cNvPr id="53" name="TextBox 52">
                <a:extLst>
                  <a:ext uri="{FF2B5EF4-FFF2-40B4-BE49-F238E27FC236}">
                    <a16:creationId xmlns:a16="http://schemas.microsoft.com/office/drawing/2014/main" id="{2BEE5467-90A0-C904-4DDA-9AC6A059D7D1}"/>
                  </a:ext>
                </a:extLst>
              </p:cNvPr>
              <p:cNvSpPr txBox="1"/>
              <p:nvPr/>
            </p:nvSpPr>
            <p:spPr>
              <a:xfrm>
                <a:off x="3253946" y="2105561"/>
                <a:ext cx="6096000" cy="1240430"/>
              </a:xfrm>
              <a:prstGeom prst="rect">
                <a:avLst/>
              </a:prstGeom>
              <a:noFill/>
            </p:spPr>
            <p:txBody>
              <a:bodyPr wrap="square">
                <a:spAutoFit/>
              </a:bodyPr>
              <a:lstStyle/>
              <a:p>
                <a:pPr algn="l"/>
                <a:r>
                  <a:rPr lang="en-US" sz="4400" b="0" i="0" dirty="0">
                    <a:solidFill>
                      <a:srgbClr val="FFFFFF"/>
                    </a:solidFill>
                    <a:effectLst/>
                    <a:latin typeface="Söhne"/>
                  </a:rPr>
                  <a:t>[2, </a:t>
                </a:r>
                <a:r>
                  <a:rPr lang="en-US" sz="4400" dirty="0">
                    <a:solidFill>
                      <a:srgbClr val="FFFFFF"/>
                    </a:solidFill>
                    <a:latin typeface="Söhne"/>
                  </a:rPr>
                  <a:t>6</a:t>
                </a:r>
                <a:r>
                  <a:rPr lang="en-US" sz="4400" b="0" i="0" dirty="0">
                    <a:solidFill>
                      <a:srgbClr val="FFFFFF"/>
                    </a:solidFill>
                    <a:effectLst/>
                    <a:latin typeface="Söhne"/>
                  </a:rPr>
                  <a:t>, </a:t>
                </a:r>
                <a:r>
                  <a:rPr lang="en-US" sz="4400" dirty="0">
                    <a:solidFill>
                      <a:srgbClr val="FFFFFF"/>
                    </a:solidFill>
                    <a:latin typeface="Söhne"/>
                  </a:rPr>
                  <a:t>9</a:t>
                </a:r>
                <a:r>
                  <a:rPr lang="en-US" sz="4400" b="0" i="0" dirty="0">
                    <a:solidFill>
                      <a:srgbClr val="FFFFFF"/>
                    </a:solidFill>
                    <a:effectLst/>
                    <a:latin typeface="Söhne"/>
                  </a:rPr>
                  <a:t>, 3, </a:t>
                </a:r>
                <a:r>
                  <a:rPr lang="en-US" sz="4400" dirty="0">
                    <a:solidFill>
                      <a:srgbClr val="FFFFFF"/>
                    </a:solidFill>
                    <a:latin typeface="Söhne"/>
                  </a:rPr>
                  <a:t>15</a:t>
                </a:r>
                <a:r>
                  <a:rPr lang="en-US" sz="4400" b="0" i="0" dirty="0">
                    <a:solidFill>
                      <a:srgbClr val="FFFFFF"/>
                    </a:solidFill>
                    <a:effectLst/>
                    <a:latin typeface="Söhne"/>
                  </a:rPr>
                  <a:t>,]</a:t>
                </a:r>
                <a:endParaRPr lang="en-US" sz="4400" b="0" i="0" dirty="0">
                  <a:solidFill>
                    <a:srgbClr val="FFFFFF"/>
                  </a:solidFill>
                  <a:effectLst/>
                  <a:latin typeface="Inter"/>
                </a:endParaRPr>
              </a:p>
            </p:txBody>
          </p:sp>
          <p:sp>
            <p:nvSpPr>
              <p:cNvPr id="54" name="Rounded Rectangle 53">
                <a:extLst>
                  <a:ext uri="{FF2B5EF4-FFF2-40B4-BE49-F238E27FC236}">
                    <a16:creationId xmlns:a16="http://schemas.microsoft.com/office/drawing/2014/main" id="{89A2669C-1CFF-0CD4-925E-E71A335A70EC}"/>
                  </a:ext>
                </a:extLst>
              </p:cNvPr>
              <p:cNvSpPr/>
              <p:nvPr/>
            </p:nvSpPr>
            <p:spPr>
              <a:xfrm>
                <a:off x="4207658" y="2288670"/>
                <a:ext cx="1247434" cy="873212"/>
              </a:xfrm>
              <a:prstGeom prst="roundRect">
                <a:avLst/>
              </a:prstGeom>
              <a:solidFill>
                <a:schemeClr val="accent2">
                  <a:alpha val="46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a:p>
            </p:txBody>
          </p:sp>
        </p:grpSp>
        <p:sp>
          <p:nvSpPr>
            <p:cNvPr id="41" name="TextBox 40">
              <a:extLst>
                <a:ext uri="{FF2B5EF4-FFF2-40B4-BE49-F238E27FC236}">
                  <a16:creationId xmlns:a16="http://schemas.microsoft.com/office/drawing/2014/main" id="{29507181-574B-9EDC-E917-93E16C56E719}"/>
                </a:ext>
              </a:extLst>
            </p:cNvPr>
            <p:cNvSpPr txBox="1"/>
            <p:nvPr/>
          </p:nvSpPr>
          <p:spPr>
            <a:xfrm>
              <a:off x="74139" y="5870975"/>
              <a:ext cx="4934465" cy="769441"/>
            </a:xfrm>
            <a:prstGeom prst="rect">
              <a:avLst/>
            </a:prstGeom>
            <a:noFill/>
          </p:spPr>
          <p:txBody>
            <a:bodyPr wrap="square">
              <a:spAutoFit/>
            </a:bodyPr>
            <a:lstStyle/>
            <a:p>
              <a:pPr algn="l"/>
              <a:r>
                <a:rPr lang="en-US" sz="4400" b="0" i="0" dirty="0">
                  <a:solidFill>
                    <a:srgbClr val="FFFFFF"/>
                  </a:solidFill>
                  <a:effectLst/>
                  <a:latin typeface="Söhne"/>
                </a:rPr>
                <a:t>[2, </a:t>
              </a:r>
              <a:r>
                <a:rPr lang="en-US" sz="4400" dirty="0">
                  <a:solidFill>
                    <a:srgbClr val="FFFFFF"/>
                  </a:solidFill>
                  <a:latin typeface="Söhne"/>
                </a:rPr>
                <a:t>6</a:t>
              </a:r>
              <a:r>
                <a:rPr lang="en-US" sz="4400" b="0" i="0" dirty="0">
                  <a:solidFill>
                    <a:srgbClr val="FFFFFF"/>
                  </a:solidFill>
                  <a:effectLst/>
                  <a:latin typeface="Söhne"/>
                </a:rPr>
                <a:t>, 3, </a:t>
              </a:r>
              <a:r>
                <a:rPr lang="en-US" sz="4400" dirty="0">
                  <a:solidFill>
                    <a:srgbClr val="FFFFFF"/>
                  </a:solidFill>
                  <a:latin typeface="Söhne"/>
                </a:rPr>
                <a:t>9</a:t>
              </a:r>
              <a:r>
                <a:rPr lang="en-US" sz="4400" b="0" i="0" dirty="0">
                  <a:solidFill>
                    <a:srgbClr val="FFFFFF"/>
                  </a:solidFill>
                  <a:effectLst/>
                  <a:latin typeface="Söhne"/>
                </a:rPr>
                <a:t>, </a:t>
              </a:r>
              <a:r>
                <a:rPr lang="en-US" sz="4400" dirty="0">
                  <a:solidFill>
                    <a:srgbClr val="FFFFFF"/>
                  </a:solidFill>
                  <a:latin typeface="Söhne"/>
                </a:rPr>
                <a:t>15</a:t>
              </a:r>
              <a:r>
                <a:rPr lang="en-US" sz="4400" b="0" i="0" dirty="0">
                  <a:solidFill>
                    <a:srgbClr val="FFFFFF"/>
                  </a:solidFill>
                  <a:effectLst/>
                  <a:latin typeface="Söhne"/>
                </a:rPr>
                <a:t>,]</a:t>
              </a:r>
              <a:endParaRPr lang="en-US" sz="4400" b="0" i="0" dirty="0">
                <a:solidFill>
                  <a:srgbClr val="FFFFFF"/>
                </a:solidFill>
                <a:effectLst/>
                <a:latin typeface="Inter"/>
              </a:endParaRPr>
            </a:p>
          </p:txBody>
        </p:sp>
        <p:sp>
          <p:nvSpPr>
            <p:cNvPr id="40" name="Down Arrow 39">
              <a:extLst>
                <a:ext uri="{FF2B5EF4-FFF2-40B4-BE49-F238E27FC236}">
                  <a16:creationId xmlns:a16="http://schemas.microsoft.com/office/drawing/2014/main" id="{B9B79DE6-1A65-3906-7AD8-CAAD9A012D7E}"/>
                </a:ext>
              </a:extLst>
            </p:cNvPr>
            <p:cNvSpPr/>
            <p:nvPr/>
          </p:nvSpPr>
          <p:spPr>
            <a:xfrm>
              <a:off x="738220" y="288323"/>
              <a:ext cx="626076" cy="384411"/>
            </a:xfrm>
            <a:prstGeom prst="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6" name="Straight Arrow Connector 55">
            <a:extLst>
              <a:ext uri="{FF2B5EF4-FFF2-40B4-BE49-F238E27FC236}">
                <a16:creationId xmlns:a16="http://schemas.microsoft.com/office/drawing/2014/main" id="{E608BEC8-FB6B-8596-B45D-7513DBE5C88E}"/>
              </a:ext>
            </a:extLst>
          </p:cNvPr>
          <p:cNvCxnSpPr/>
          <p:nvPr/>
        </p:nvCxnSpPr>
        <p:spPr>
          <a:xfrm>
            <a:off x="5280454" y="1864350"/>
            <a:ext cx="0" cy="3407866"/>
          </a:xfrm>
          <a:prstGeom prst="straightConnector1">
            <a:avLst/>
          </a:prstGeom>
          <a:ln w="76200">
            <a:solidFill>
              <a:schemeClr val="tx2">
                <a:lumMod val="10000"/>
                <a:lumOff val="9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1003E519-584F-F712-51A4-BA9412A8F726}"/>
              </a:ext>
            </a:extLst>
          </p:cNvPr>
          <p:cNvSpPr txBox="1"/>
          <p:nvPr/>
        </p:nvSpPr>
        <p:spPr>
          <a:xfrm>
            <a:off x="8106032" y="5762147"/>
            <a:ext cx="4934465" cy="769441"/>
          </a:xfrm>
          <a:prstGeom prst="rect">
            <a:avLst/>
          </a:prstGeom>
          <a:noFill/>
        </p:spPr>
        <p:txBody>
          <a:bodyPr wrap="square">
            <a:spAutoFit/>
          </a:bodyPr>
          <a:lstStyle/>
          <a:p>
            <a:pPr algn="l"/>
            <a:r>
              <a:rPr lang="en-US" sz="4400" b="0" i="0" dirty="0">
                <a:solidFill>
                  <a:srgbClr val="FFFFFF"/>
                </a:solidFill>
                <a:effectLst/>
                <a:latin typeface="Söhne"/>
              </a:rPr>
              <a:t>[2, 3, </a:t>
            </a:r>
            <a:r>
              <a:rPr lang="en-US" sz="4400" dirty="0">
                <a:solidFill>
                  <a:srgbClr val="FFFFFF"/>
                </a:solidFill>
                <a:latin typeface="Söhne"/>
              </a:rPr>
              <a:t>6</a:t>
            </a:r>
            <a:r>
              <a:rPr lang="en-US" sz="4400" b="0" i="0" dirty="0">
                <a:solidFill>
                  <a:srgbClr val="FFFFFF"/>
                </a:solidFill>
                <a:effectLst/>
                <a:latin typeface="Söhne"/>
              </a:rPr>
              <a:t>, </a:t>
            </a:r>
            <a:r>
              <a:rPr lang="en-US" sz="4400" dirty="0">
                <a:solidFill>
                  <a:srgbClr val="FFFFFF"/>
                </a:solidFill>
                <a:latin typeface="Söhne"/>
              </a:rPr>
              <a:t>9</a:t>
            </a:r>
            <a:r>
              <a:rPr lang="en-US" sz="4400" b="0" i="0" dirty="0">
                <a:solidFill>
                  <a:srgbClr val="FFFFFF"/>
                </a:solidFill>
                <a:effectLst/>
                <a:latin typeface="Söhne"/>
              </a:rPr>
              <a:t>, </a:t>
            </a:r>
            <a:r>
              <a:rPr lang="en-US" sz="4400" dirty="0">
                <a:solidFill>
                  <a:srgbClr val="FFFFFF"/>
                </a:solidFill>
                <a:latin typeface="Söhne"/>
              </a:rPr>
              <a:t>15</a:t>
            </a:r>
            <a:r>
              <a:rPr lang="en-US" sz="4400" b="0" i="0" dirty="0">
                <a:solidFill>
                  <a:srgbClr val="FFFFFF"/>
                </a:solidFill>
                <a:effectLst/>
                <a:latin typeface="Söhne"/>
              </a:rPr>
              <a:t>,]</a:t>
            </a:r>
            <a:endParaRPr lang="en-US" sz="4400" b="0" i="0" dirty="0">
              <a:solidFill>
                <a:srgbClr val="FFFFFF"/>
              </a:solidFill>
              <a:effectLst/>
              <a:latin typeface="Inter"/>
            </a:endParaRPr>
          </a:p>
        </p:txBody>
      </p:sp>
      <p:pic>
        <p:nvPicPr>
          <p:cNvPr id="58" name="Picture 57">
            <a:extLst>
              <a:ext uri="{FF2B5EF4-FFF2-40B4-BE49-F238E27FC236}">
                <a16:creationId xmlns:a16="http://schemas.microsoft.com/office/drawing/2014/main" id="{45350E9B-E57A-E7F8-24A7-9E846A1C6044}"/>
              </a:ext>
            </a:extLst>
          </p:cNvPr>
          <p:cNvPicPr>
            <a:picLocks noChangeAspect="1"/>
          </p:cNvPicPr>
          <p:nvPr/>
        </p:nvPicPr>
        <p:blipFill>
          <a:blip r:embed="rId2"/>
          <a:stretch>
            <a:fillRect/>
          </a:stretch>
        </p:blipFill>
        <p:spPr>
          <a:xfrm>
            <a:off x="6572477" y="2088048"/>
            <a:ext cx="5204127" cy="2710327"/>
          </a:xfrm>
          <a:prstGeom prst="rect">
            <a:avLst/>
          </a:prstGeom>
        </p:spPr>
      </p:pic>
    </p:spTree>
    <p:extLst>
      <p:ext uri="{BB962C8B-B14F-4D97-AF65-F5344CB8AC3E}">
        <p14:creationId xmlns:p14="http://schemas.microsoft.com/office/powerpoint/2010/main" val="39550321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F0788CA0-B90F-A079-8478-69A75D592ABD}"/>
            </a:ext>
          </a:extLst>
        </p:cNvPr>
        <p:cNvGrpSpPr/>
        <p:nvPr/>
      </p:nvGrpSpPr>
      <p:grpSpPr>
        <a:xfrm>
          <a:off x="0" y="0"/>
          <a:ext cx="0" cy="0"/>
          <a:chOff x="0" y="0"/>
          <a:chExt cx="0" cy="0"/>
        </a:xfrm>
      </p:grpSpPr>
      <p:grpSp>
        <p:nvGrpSpPr>
          <p:cNvPr id="31" name="Group 30">
            <a:extLst>
              <a:ext uri="{FF2B5EF4-FFF2-40B4-BE49-F238E27FC236}">
                <a16:creationId xmlns:a16="http://schemas.microsoft.com/office/drawing/2014/main" id="{B9A0AFF5-BB3B-705E-AF23-8A92738789B0}"/>
              </a:ext>
            </a:extLst>
          </p:cNvPr>
          <p:cNvGrpSpPr/>
          <p:nvPr/>
        </p:nvGrpSpPr>
        <p:grpSpPr>
          <a:xfrm>
            <a:off x="74139" y="288323"/>
            <a:ext cx="4934465" cy="6352093"/>
            <a:chOff x="74139" y="288323"/>
            <a:chExt cx="4934465" cy="6352093"/>
          </a:xfrm>
        </p:grpSpPr>
        <p:grpSp>
          <p:nvGrpSpPr>
            <p:cNvPr id="11" name="Group 10">
              <a:extLst>
                <a:ext uri="{FF2B5EF4-FFF2-40B4-BE49-F238E27FC236}">
                  <a16:creationId xmlns:a16="http://schemas.microsoft.com/office/drawing/2014/main" id="{8900490F-48DC-DF31-BAC3-43A3B717376D}"/>
                </a:ext>
              </a:extLst>
            </p:cNvPr>
            <p:cNvGrpSpPr/>
            <p:nvPr/>
          </p:nvGrpSpPr>
          <p:grpSpPr>
            <a:xfrm>
              <a:off x="74139" y="601361"/>
              <a:ext cx="4934465" cy="769441"/>
              <a:chOff x="3253946" y="2105561"/>
              <a:chExt cx="6096000" cy="1240430"/>
            </a:xfrm>
          </p:grpSpPr>
          <p:sp>
            <p:nvSpPr>
              <p:cNvPr id="9" name="TextBox 8">
                <a:extLst>
                  <a:ext uri="{FF2B5EF4-FFF2-40B4-BE49-F238E27FC236}">
                    <a16:creationId xmlns:a16="http://schemas.microsoft.com/office/drawing/2014/main" id="{D1B69055-FC34-30AE-A3D0-5E9334E840C7}"/>
                  </a:ext>
                </a:extLst>
              </p:cNvPr>
              <p:cNvSpPr txBox="1"/>
              <p:nvPr/>
            </p:nvSpPr>
            <p:spPr>
              <a:xfrm>
                <a:off x="3253946" y="2105561"/>
                <a:ext cx="6096000" cy="1240430"/>
              </a:xfrm>
              <a:prstGeom prst="rect">
                <a:avLst/>
              </a:prstGeom>
              <a:noFill/>
            </p:spPr>
            <p:txBody>
              <a:bodyPr wrap="square">
                <a:spAutoFit/>
              </a:bodyPr>
              <a:lstStyle/>
              <a:p>
                <a:pPr algn="l"/>
                <a:r>
                  <a:rPr lang="en-US" sz="4400" b="0" i="0" dirty="0">
                    <a:solidFill>
                      <a:srgbClr val="FFFFFF"/>
                    </a:solidFill>
                    <a:effectLst/>
                    <a:latin typeface="Söhne"/>
                  </a:rPr>
                  <a:t>[9, 2, 6, 15, 3,]</a:t>
                </a:r>
                <a:endParaRPr lang="en-US" sz="4400" b="0" i="0" dirty="0">
                  <a:solidFill>
                    <a:srgbClr val="FFFFFF"/>
                  </a:solidFill>
                  <a:effectLst/>
                  <a:latin typeface="Inter"/>
                </a:endParaRPr>
              </a:p>
            </p:txBody>
          </p:sp>
          <p:sp>
            <p:nvSpPr>
              <p:cNvPr id="10" name="Rounded Rectangle 9">
                <a:extLst>
                  <a:ext uri="{FF2B5EF4-FFF2-40B4-BE49-F238E27FC236}">
                    <a16:creationId xmlns:a16="http://schemas.microsoft.com/office/drawing/2014/main" id="{B90066DD-7A83-DE21-EC0A-625E7CB198C0}"/>
                  </a:ext>
                </a:extLst>
              </p:cNvPr>
              <p:cNvSpPr/>
              <p:nvPr/>
            </p:nvSpPr>
            <p:spPr>
              <a:xfrm>
                <a:off x="3543233" y="2335686"/>
                <a:ext cx="1247434" cy="873212"/>
              </a:xfrm>
              <a:prstGeom prst="roundRect">
                <a:avLst/>
              </a:prstGeom>
              <a:solidFill>
                <a:schemeClr val="accent2">
                  <a:alpha val="46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a:p>
            </p:txBody>
          </p:sp>
        </p:grpSp>
        <p:grpSp>
          <p:nvGrpSpPr>
            <p:cNvPr id="12" name="Group 11">
              <a:extLst>
                <a:ext uri="{FF2B5EF4-FFF2-40B4-BE49-F238E27FC236}">
                  <a16:creationId xmlns:a16="http://schemas.microsoft.com/office/drawing/2014/main" id="{CC702B03-E062-A440-A378-7BCE08888AED}"/>
                </a:ext>
              </a:extLst>
            </p:cNvPr>
            <p:cNvGrpSpPr/>
            <p:nvPr/>
          </p:nvGrpSpPr>
          <p:grpSpPr>
            <a:xfrm>
              <a:off x="74139" y="2357899"/>
              <a:ext cx="4934465" cy="769441"/>
              <a:chOff x="3253946" y="2105561"/>
              <a:chExt cx="6096000" cy="1240430"/>
            </a:xfrm>
          </p:grpSpPr>
          <p:sp>
            <p:nvSpPr>
              <p:cNvPr id="13" name="TextBox 12">
                <a:extLst>
                  <a:ext uri="{FF2B5EF4-FFF2-40B4-BE49-F238E27FC236}">
                    <a16:creationId xmlns:a16="http://schemas.microsoft.com/office/drawing/2014/main" id="{1927DC7D-D831-02E5-1BA1-682944620D3D}"/>
                  </a:ext>
                </a:extLst>
              </p:cNvPr>
              <p:cNvSpPr txBox="1"/>
              <p:nvPr/>
            </p:nvSpPr>
            <p:spPr>
              <a:xfrm>
                <a:off x="3253946" y="2105561"/>
                <a:ext cx="6096000" cy="1240430"/>
              </a:xfrm>
              <a:prstGeom prst="rect">
                <a:avLst/>
              </a:prstGeom>
              <a:noFill/>
            </p:spPr>
            <p:txBody>
              <a:bodyPr wrap="square">
                <a:spAutoFit/>
              </a:bodyPr>
              <a:lstStyle/>
              <a:p>
                <a:pPr algn="l"/>
                <a:r>
                  <a:rPr lang="en-US" sz="4400" b="0" i="0" dirty="0">
                    <a:solidFill>
                      <a:srgbClr val="FFFFFF"/>
                    </a:solidFill>
                    <a:effectLst/>
                    <a:latin typeface="Söhne"/>
                  </a:rPr>
                  <a:t>[2, </a:t>
                </a:r>
                <a:r>
                  <a:rPr lang="en-US" sz="4400" dirty="0">
                    <a:solidFill>
                      <a:srgbClr val="FFFFFF"/>
                    </a:solidFill>
                    <a:latin typeface="Söhne"/>
                  </a:rPr>
                  <a:t>9</a:t>
                </a:r>
                <a:r>
                  <a:rPr lang="en-US" sz="4400" b="0" i="0" dirty="0">
                    <a:solidFill>
                      <a:srgbClr val="FFFFFF"/>
                    </a:solidFill>
                    <a:effectLst/>
                    <a:latin typeface="Söhne"/>
                  </a:rPr>
                  <a:t>, 6, 15, 3,]</a:t>
                </a:r>
                <a:endParaRPr lang="en-US" sz="4400" b="0" i="0" dirty="0">
                  <a:solidFill>
                    <a:srgbClr val="FFFFFF"/>
                  </a:solidFill>
                  <a:effectLst/>
                  <a:latin typeface="Inter"/>
                </a:endParaRPr>
              </a:p>
            </p:txBody>
          </p:sp>
          <p:sp>
            <p:nvSpPr>
              <p:cNvPr id="14" name="Rounded Rectangle 13">
                <a:extLst>
                  <a:ext uri="{FF2B5EF4-FFF2-40B4-BE49-F238E27FC236}">
                    <a16:creationId xmlns:a16="http://schemas.microsoft.com/office/drawing/2014/main" id="{F1DFB62B-B6F6-DF0A-8051-E022BF57A855}"/>
                  </a:ext>
                </a:extLst>
              </p:cNvPr>
              <p:cNvSpPr/>
              <p:nvPr/>
            </p:nvSpPr>
            <p:spPr>
              <a:xfrm>
                <a:off x="4177127" y="2335436"/>
                <a:ext cx="1188394" cy="873212"/>
              </a:xfrm>
              <a:prstGeom prst="roundRect">
                <a:avLst/>
              </a:prstGeom>
              <a:solidFill>
                <a:schemeClr val="accent2">
                  <a:alpha val="46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a:p>
            </p:txBody>
          </p:sp>
        </p:grpSp>
        <p:grpSp>
          <p:nvGrpSpPr>
            <p:cNvPr id="15" name="Group 14">
              <a:extLst>
                <a:ext uri="{FF2B5EF4-FFF2-40B4-BE49-F238E27FC236}">
                  <a16:creationId xmlns:a16="http://schemas.microsoft.com/office/drawing/2014/main" id="{42AA2648-75E4-686A-4B1F-6DF9BC3B668D}"/>
                </a:ext>
              </a:extLst>
            </p:cNvPr>
            <p:cNvGrpSpPr/>
            <p:nvPr/>
          </p:nvGrpSpPr>
          <p:grpSpPr>
            <a:xfrm>
              <a:off x="74139" y="4114437"/>
              <a:ext cx="4934465" cy="769441"/>
              <a:chOff x="3253946" y="2105561"/>
              <a:chExt cx="6096000" cy="1240430"/>
            </a:xfrm>
          </p:grpSpPr>
          <p:sp>
            <p:nvSpPr>
              <p:cNvPr id="16" name="TextBox 15">
                <a:extLst>
                  <a:ext uri="{FF2B5EF4-FFF2-40B4-BE49-F238E27FC236}">
                    <a16:creationId xmlns:a16="http://schemas.microsoft.com/office/drawing/2014/main" id="{9AC02530-E4F6-E8B4-6B86-2A604FCF4EA7}"/>
                  </a:ext>
                </a:extLst>
              </p:cNvPr>
              <p:cNvSpPr txBox="1"/>
              <p:nvPr/>
            </p:nvSpPr>
            <p:spPr>
              <a:xfrm>
                <a:off x="3253946" y="2105561"/>
                <a:ext cx="6096000" cy="1240430"/>
              </a:xfrm>
              <a:prstGeom prst="rect">
                <a:avLst/>
              </a:prstGeom>
              <a:noFill/>
            </p:spPr>
            <p:txBody>
              <a:bodyPr wrap="square">
                <a:spAutoFit/>
              </a:bodyPr>
              <a:lstStyle/>
              <a:p>
                <a:pPr algn="l"/>
                <a:r>
                  <a:rPr lang="en-US" sz="4400" b="0" i="0" dirty="0">
                    <a:solidFill>
                      <a:srgbClr val="FFFFFF"/>
                    </a:solidFill>
                    <a:effectLst/>
                    <a:latin typeface="Söhne"/>
                  </a:rPr>
                  <a:t>[2, 6, </a:t>
                </a:r>
                <a:r>
                  <a:rPr lang="en-US" sz="4400" dirty="0">
                    <a:solidFill>
                      <a:srgbClr val="FFFFFF"/>
                    </a:solidFill>
                    <a:latin typeface="Söhne"/>
                  </a:rPr>
                  <a:t>9</a:t>
                </a:r>
                <a:r>
                  <a:rPr lang="en-US" sz="4400" b="0" i="0" dirty="0">
                    <a:solidFill>
                      <a:srgbClr val="FFFFFF"/>
                    </a:solidFill>
                    <a:effectLst/>
                    <a:latin typeface="Söhne"/>
                  </a:rPr>
                  <a:t>, 15, 3,]</a:t>
                </a:r>
                <a:endParaRPr lang="en-US" sz="4400" b="0" i="0" dirty="0">
                  <a:solidFill>
                    <a:srgbClr val="FFFFFF"/>
                  </a:solidFill>
                  <a:effectLst/>
                  <a:latin typeface="Inter"/>
                </a:endParaRPr>
              </a:p>
            </p:txBody>
          </p:sp>
          <p:sp>
            <p:nvSpPr>
              <p:cNvPr id="17" name="Rounded Rectangle 16">
                <a:extLst>
                  <a:ext uri="{FF2B5EF4-FFF2-40B4-BE49-F238E27FC236}">
                    <a16:creationId xmlns:a16="http://schemas.microsoft.com/office/drawing/2014/main" id="{6AE499FC-411F-31D1-9966-BBCFA8EEE25E}"/>
                  </a:ext>
                </a:extLst>
              </p:cNvPr>
              <p:cNvSpPr/>
              <p:nvPr/>
            </p:nvSpPr>
            <p:spPr>
              <a:xfrm>
                <a:off x="4749959" y="2334938"/>
                <a:ext cx="1750438" cy="873212"/>
              </a:xfrm>
              <a:prstGeom prst="roundRect">
                <a:avLst/>
              </a:prstGeom>
              <a:solidFill>
                <a:schemeClr val="accent2">
                  <a:alpha val="46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dirty="0"/>
              </a:p>
            </p:txBody>
          </p:sp>
        </p:grpSp>
        <p:grpSp>
          <p:nvGrpSpPr>
            <p:cNvPr id="18" name="Group 17">
              <a:extLst>
                <a:ext uri="{FF2B5EF4-FFF2-40B4-BE49-F238E27FC236}">
                  <a16:creationId xmlns:a16="http://schemas.microsoft.com/office/drawing/2014/main" id="{73E17908-1331-7B74-E820-DB48F5ED6AA7}"/>
                </a:ext>
              </a:extLst>
            </p:cNvPr>
            <p:cNvGrpSpPr/>
            <p:nvPr/>
          </p:nvGrpSpPr>
          <p:grpSpPr>
            <a:xfrm>
              <a:off x="74139" y="4992706"/>
              <a:ext cx="4934465" cy="769441"/>
              <a:chOff x="3253946" y="2105561"/>
              <a:chExt cx="6096000" cy="1240430"/>
            </a:xfrm>
          </p:grpSpPr>
          <p:sp>
            <p:nvSpPr>
              <p:cNvPr id="19" name="TextBox 18">
                <a:extLst>
                  <a:ext uri="{FF2B5EF4-FFF2-40B4-BE49-F238E27FC236}">
                    <a16:creationId xmlns:a16="http://schemas.microsoft.com/office/drawing/2014/main" id="{7E14D816-735A-700D-1BDA-C0885F8CE50D}"/>
                  </a:ext>
                </a:extLst>
              </p:cNvPr>
              <p:cNvSpPr txBox="1"/>
              <p:nvPr/>
            </p:nvSpPr>
            <p:spPr>
              <a:xfrm>
                <a:off x="3253946" y="2105561"/>
                <a:ext cx="6096000" cy="1240430"/>
              </a:xfrm>
              <a:prstGeom prst="rect">
                <a:avLst/>
              </a:prstGeom>
              <a:noFill/>
            </p:spPr>
            <p:txBody>
              <a:bodyPr wrap="square">
                <a:spAutoFit/>
              </a:bodyPr>
              <a:lstStyle/>
              <a:p>
                <a:pPr algn="l"/>
                <a:r>
                  <a:rPr lang="en-US" sz="4400" b="0" i="0" dirty="0">
                    <a:solidFill>
                      <a:srgbClr val="FFFFFF"/>
                    </a:solidFill>
                    <a:effectLst/>
                    <a:latin typeface="Söhne"/>
                  </a:rPr>
                  <a:t>[2, </a:t>
                </a:r>
                <a:r>
                  <a:rPr lang="en-US" sz="4400" dirty="0">
                    <a:solidFill>
                      <a:srgbClr val="FFFFFF"/>
                    </a:solidFill>
                    <a:latin typeface="Söhne"/>
                  </a:rPr>
                  <a:t>6</a:t>
                </a:r>
                <a:r>
                  <a:rPr lang="en-US" sz="4400" b="0" i="0" dirty="0">
                    <a:solidFill>
                      <a:srgbClr val="FFFFFF"/>
                    </a:solidFill>
                    <a:effectLst/>
                    <a:latin typeface="Söhne"/>
                  </a:rPr>
                  <a:t>, </a:t>
                </a:r>
                <a:r>
                  <a:rPr lang="en-US" sz="4400" dirty="0">
                    <a:solidFill>
                      <a:srgbClr val="FFFFFF"/>
                    </a:solidFill>
                    <a:latin typeface="Söhne"/>
                  </a:rPr>
                  <a:t>9</a:t>
                </a:r>
                <a:r>
                  <a:rPr lang="en-US" sz="4400" b="0" i="0" dirty="0">
                    <a:solidFill>
                      <a:srgbClr val="FFFFFF"/>
                    </a:solidFill>
                    <a:effectLst/>
                    <a:latin typeface="Söhne"/>
                  </a:rPr>
                  <a:t>, 15, 3,]</a:t>
                </a:r>
                <a:endParaRPr lang="en-US" sz="4400" b="0" i="0" dirty="0">
                  <a:solidFill>
                    <a:srgbClr val="FFFFFF"/>
                  </a:solidFill>
                  <a:effectLst/>
                  <a:latin typeface="Inter"/>
                </a:endParaRPr>
              </a:p>
            </p:txBody>
          </p:sp>
          <p:sp>
            <p:nvSpPr>
              <p:cNvPr id="20" name="Rounded Rectangle 19">
                <a:extLst>
                  <a:ext uri="{FF2B5EF4-FFF2-40B4-BE49-F238E27FC236}">
                    <a16:creationId xmlns:a16="http://schemas.microsoft.com/office/drawing/2014/main" id="{02F282CD-BA8D-1284-DD9A-B103DE3B6B58}"/>
                  </a:ext>
                </a:extLst>
              </p:cNvPr>
              <p:cNvSpPr/>
              <p:nvPr/>
            </p:nvSpPr>
            <p:spPr>
              <a:xfrm>
                <a:off x="5553938" y="2328388"/>
                <a:ext cx="1606268" cy="873212"/>
              </a:xfrm>
              <a:prstGeom prst="roundRect">
                <a:avLst/>
              </a:prstGeom>
              <a:solidFill>
                <a:schemeClr val="accent2">
                  <a:alpha val="46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a:p>
            </p:txBody>
          </p:sp>
        </p:grpSp>
        <p:grpSp>
          <p:nvGrpSpPr>
            <p:cNvPr id="21" name="Group 20">
              <a:extLst>
                <a:ext uri="{FF2B5EF4-FFF2-40B4-BE49-F238E27FC236}">
                  <a16:creationId xmlns:a16="http://schemas.microsoft.com/office/drawing/2014/main" id="{182DA9E1-CE46-9781-7F09-55A8866D050F}"/>
                </a:ext>
              </a:extLst>
            </p:cNvPr>
            <p:cNvGrpSpPr/>
            <p:nvPr/>
          </p:nvGrpSpPr>
          <p:grpSpPr>
            <a:xfrm>
              <a:off x="74139" y="1479630"/>
              <a:ext cx="4934465" cy="769441"/>
              <a:chOff x="3253946" y="2105561"/>
              <a:chExt cx="6096000" cy="1240430"/>
            </a:xfrm>
          </p:grpSpPr>
          <p:sp>
            <p:nvSpPr>
              <p:cNvPr id="22" name="TextBox 21">
                <a:extLst>
                  <a:ext uri="{FF2B5EF4-FFF2-40B4-BE49-F238E27FC236}">
                    <a16:creationId xmlns:a16="http://schemas.microsoft.com/office/drawing/2014/main" id="{705A25E7-76BE-D1D5-701A-ABD4606FABBD}"/>
                  </a:ext>
                </a:extLst>
              </p:cNvPr>
              <p:cNvSpPr txBox="1"/>
              <p:nvPr/>
            </p:nvSpPr>
            <p:spPr>
              <a:xfrm>
                <a:off x="3253946" y="2105561"/>
                <a:ext cx="6096000" cy="1240430"/>
              </a:xfrm>
              <a:prstGeom prst="rect">
                <a:avLst/>
              </a:prstGeom>
              <a:noFill/>
            </p:spPr>
            <p:txBody>
              <a:bodyPr wrap="square">
                <a:spAutoFit/>
              </a:bodyPr>
              <a:lstStyle/>
              <a:p>
                <a:pPr algn="l"/>
                <a:r>
                  <a:rPr lang="en-US" sz="4400" b="0" i="0" dirty="0">
                    <a:solidFill>
                      <a:srgbClr val="FFFFFF"/>
                    </a:solidFill>
                    <a:effectLst/>
                    <a:latin typeface="Söhne"/>
                  </a:rPr>
                  <a:t>[2, 9, 6, 15, 3,]</a:t>
                </a:r>
                <a:endParaRPr lang="en-US" sz="4400" b="0" i="0" dirty="0">
                  <a:solidFill>
                    <a:srgbClr val="FFFFFF"/>
                  </a:solidFill>
                  <a:effectLst/>
                  <a:latin typeface="Inter"/>
                </a:endParaRPr>
              </a:p>
            </p:txBody>
          </p:sp>
          <p:sp>
            <p:nvSpPr>
              <p:cNvPr id="23" name="Rounded Rectangle 22">
                <a:extLst>
                  <a:ext uri="{FF2B5EF4-FFF2-40B4-BE49-F238E27FC236}">
                    <a16:creationId xmlns:a16="http://schemas.microsoft.com/office/drawing/2014/main" id="{5F1D4D70-CFF0-8FD7-C53C-480AF0C11454}"/>
                  </a:ext>
                </a:extLst>
              </p:cNvPr>
              <p:cNvSpPr/>
              <p:nvPr/>
            </p:nvSpPr>
            <p:spPr>
              <a:xfrm>
                <a:off x="3624649" y="2388973"/>
                <a:ext cx="1166018" cy="873212"/>
              </a:xfrm>
              <a:prstGeom prst="roundRect">
                <a:avLst/>
              </a:prstGeom>
              <a:solidFill>
                <a:schemeClr val="accent3">
                  <a:lumMod val="40000"/>
                  <a:lumOff val="60000"/>
                  <a:alpha val="46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dirty="0"/>
              </a:p>
            </p:txBody>
          </p:sp>
        </p:grpSp>
        <p:grpSp>
          <p:nvGrpSpPr>
            <p:cNvPr id="24" name="Group 23">
              <a:extLst>
                <a:ext uri="{FF2B5EF4-FFF2-40B4-BE49-F238E27FC236}">
                  <a16:creationId xmlns:a16="http://schemas.microsoft.com/office/drawing/2014/main" id="{E43A7D09-3B92-05ED-8EFA-B4C2562A3412}"/>
                </a:ext>
              </a:extLst>
            </p:cNvPr>
            <p:cNvGrpSpPr/>
            <p:nvPr/>
          </p:nvGrpSpPr>
          <p:grpSpPr>
            <a:xfrm>
              <a:off x="74139" y="3236168"/>
              <a:ext cx="4934465" cy="769441"/>
              <a:chOff x="3253946" y="2105561"/>
              <a:chExt cx="6096000" cy="1240430"/>
            </a:xfrm>
          </p:grpSpPr>
          <p:sp>
            <p:nvSpPr>
              <p:cNvPr id="25" name="TextBox 24">
                <a:extLst>
                  <a:ext uri="{FF2B5EF4-FFF2-40B4-BE49-F238E27FC236}">
                    <a16:creationId xmlns:a16="http://schemas.microsoft.com/office/drawing/2014/main" id="{A7107677-B8F6-08BE-F00B-78ED69E2F097}"/>
                  </a:ext>
                </a:extLst>
              </p:cNvPr>
              <p:cNvSpPr txBox="1"/>
              <p:nvPr/>
            </p:nvSpPr>
            <p:spPr>
              <a:xfrm>
                <a:off x="3253946" y="2105561"/>
                <a:ext cx="6096000" cy="1240430"/>
              </a:xfrm>
              <a:prstGeom prst="rect">
                <a:avLst/>
              </a:prstGeom>
              <a:noFill/>
            </p:spPr>
            <p:txBody>
              <a:bodyPr wrap="square">
                <a:spAutoFit/>
              </a:bodyPr>
              <a:lstStyle/>
              <a:p>
                <a:pPr algn="l"/>
                <a:r>
                  <a:rPr lang="en-US" sz="4400" b="0" i="0" dirty="0">
                    <a:solidFill>
                      <a:srgbClr val="FFFFFF"/>
                    </a:solidFill>
                    <a:effectLst/>
                    <a:latin typeface="Söhne"/>
                  </a:rPr>
                  <a:t>[2, 6, </a:t>
                </a:r>
                <a:r>
                  <a:rPr lang="en-US" sz="4400" dirty="0">
                    <a:solidFill>
                      <a:srgbClr val="FFFFFF"/>
                    </a:solidFill>
                    <a:latin typeface="Söhne"/>
                  </a:rPr>
                  <a:t>9</a:t>
                </a:r>
                <a:r>
                  <a:rPr lang="en-US" sz="4400" b="0" i="0" dirty="0">
                    <a:solidFill>
                      <a:srgbClr val="FFFFFF"/>
                    </a:solidFill>
                    <a:effectLst/>
                    <a:latin typeface="Söhne"/>
                  </a:rPr>
                  <a:t>, 15, 3,]</a:t>
                </a:r>
                <a:endParaRPr lang="en-US" sz="4400" b="0" i="0" dirty="0">
                  <a:solidFill>
                    <a:srgbClr val="FFFFFF"/>
                  </a:solidFill>
                  <a:effectLst/>
                  <a:latin typeface="Inter"/>
                </a:endParaRPr>
              </a:p>
            </p:txBody>
          </p:sp>
          <p:sp>
            <p:nvSpPr>
              <p:cNvPr id="26" name="Rounded Rectangle 25">
                <a:extLst>
                  <a:ext uri="{FF2B5EF4-FFF2-40B4-BE49-F238E27FC236}">
                    <a16:creationId xmlns:a16="http://schemas.microsoft.com/office/drawing/2014/main" id="{AFDBCE8A-CB68-662E-4CE9-B7ED3B7AB440}"/>
                  </a:ext>
                </a:extLst>
              </p:cNvPr>
              <p:cNvSpPr/>
              <p:nvPr/>
            </p:nvSpPr>
            <p:spPr>
              <a:xfrm>
                <a:off x="4253599" y="2388475"/>
                <a:ext cx="1188394" cy="873212"/>
              </a:xfrm>
              <a:prstGeom prst="roundRect">
                <a:avLst/>
              </a:prstGeom>
              <a:solidFill>
                <a:schemeClr val="accent3">
                  <a:lumMod val="40000"/>
                  <a:lumOff val="60000"/>
                  <a:alpha val="46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a:p>
            </p:txBody>
          </p:sp>
        </p:grpSp>
        <p:grpSp>
          <p:nvGrpSpPr>
            <p:cNvPr id="27" name="Group 26">
              <a:extLst>
                <a:ext uri="{FF2B5EF4-FFF2-40B4-BE49-F238E27FC236}">
                  <a16:creationId xmlns:a16="http://schemas.microsoft.com/office/drawing/2014/main" id="{AE1A27D9-46ED-2820-62FB-D79F614681EF}"/>
                </a:ext>
              </a:extLst>
            </p:cNvPr>
            <p:cNvGrpSpPr/>
            <p:nvPr/>
          </p:nvGrpSpPr>
          <p:grpSpPr>
            <a:xfrm>
              <a:off x="74139" y="5870975"/>
              <a:ext cx="4934465" cy="769441"/>
              <a:chOff x="3253946" y="2105561"/>
              <a:chExt cx="6096000" cy="1240430"/>
            </a:xfrm>
          </p:grpSpPr>
          <p:sp>
            <p:nvSpPr>
              <p:cNvPr id="28" name="TextBox 27">
                <a:extLst>
                  <a:ext uri="{FF2B5EF4-FFF2-40B4-BE49-F238E27FC236}">
                    <a16:creationId xmlns:a16="http://schemas.microsoft.com/office/drawing/2014/main" id="{0DA0A640-F6B7-C64C-3002-C4739EB4EB14}"/>
                  </a:ext>
                </a:extLst>
              </p:cNvPr>
              <p:cNvSpPr txBox="1"/>
              <p:nvPr/>
            </p:nvSpPr>
            <p:spPr>
              <a:xfrm>
                <a:off x="3253946" y="2105561"/>
                <a:ext cx="6096000" cy="1240430"/>
              </a:xfrm>
              <a:prstGeom prst="rect">
                <a:avLst/>
              </a:prstGeom>
              <a:noFill/>
            </p:spPr>
            <p:txBody>
              <a:bodyPr wrap="square">
                <a:spAutoFit/>
              </a:bodyPr>
              <a:lstStyle/>
              <a:p>
                <a:pPr algn="l"/>
                <a:r>
                  <a:rPr lang="en-US" sz="4400" b="0" i="0" dirty="0">
                    <a:solidFill>
                      <a:srgbClr val="FFFFFF"/>
                    </a:solidFill>
                    <a:effectLst/>
                    <a:latin typeface="Söhne"/>
                  </a:rPr>
                  <a:t>[2, </a:t>
                </a:r>
                <a:r>
                  <a:rPr lang="en-US" sz="4400" dirty="0">
                    <a:solidFill>
                      <a:srgbClr val="FFFFFF"/>
                    </a:solidFill>
                    <a:latin typeface="Söhne"/>
                  </a:rPr>
                  <a:t>6</a:t>
                </a:r>
                <a:r>
                  <a:rPr lang="en-US" sz="4400" b="0" i="0" dirty="0">
                    <a:solidFill>
                      <a:srgbClr val="FFFFFF"/>
                    </a:solidFill>
                    <a:effectLst/>
                    <a:latin typeface="Söhne"/>
                  </a:rPr>
                  <a:t>, </a:t>
                </a:r>
                <a:r>
                  <a:rPr lang="en-US" sz="4400" dirty="0">
                    <a:solidFill>
                      <a:srgbClr val="FFFFFF"/>
                    </a:solidFill>
                    <a:latin typeface="Söhne"/>
                  </a:rPr>
                  <a:t>9</a:t>
                </a:r>
                <a:r>
                  <a:rPr lang="en-US" sz="4400" b="0" i="0" dirty="0">
                    <a:solidFill>
                      <a:srgbClr val="FFFFFF"/>
                    </a:solidFill>
                    <a:effectLst/>
                    <a:latin typeface="Söhne"/>
                  </a:rPr>
                  <a:t>, 3, </a:t>
                </a:r>
                <a:r>
                  <a:rPr lang="en-US" sz="4400" dirty="0">
                    <a:solidFill>
                      <a:srgbClr val="FFFFFF"/>
                    </a:solidFill>
                    <a:latin typeface="Söhne"/>
                  </a:rPr>
                  <a:t>15</a:t>
                </a:r>
                <a:r>
                  <a:rPr lang="en-US" sz="4400" b="0" i="0" dirty="0">
                    <a:solidFill>
                      <a:srgbClr val="FFFFFF"/>
                    </a:solidFill>
                    <a:effectLst/>
                    <a:latin typeface="Söhne"/>
                  </a:rPr>
                  <a:t>,]</a:t>
                </a:r>
                <a:endParaRPr lang="en-US" sz="4400" b="0" i="0" dirty="0">
                  <a:solidFill>
                    <a:srgbClr val="FFFFFF"/>
                  </a:solidFill>
                  <a:effectLst/>
                  <a:latin typeface="Inter"/>
                </a:endParaRPr>
              </a:p>
            </p:txBody>
          </p:sp>
          <p:sp>
            <p:nvSpPr>
              <p:cNvPr id="29" name="Rounded Rectangle 28">
                <a:extLst>
                  <a:ext uri="{FF2B5EF4-FFF2-40B4-BE49-F238E27FC236}">
                    <a16:creationId xmlns:a16="http://schemas.microsoft.com/office/drawing/2014/main" id="{AEF3F259-F6E5-F002-1147-2A6C18F79633}"/>
                  </a:ext>
                </a:extLst>
              </p:cNvPr>
              <p:cNvSpPr/>
              <p:nvPr/>
            </p:nvSpPr>
            <p:spPr>
              <a:xfrm>
                <a:off x="5553938" y="2328388"/>
                <a:ext cx="1606268" cy="873212"/>
              </a:xfrm>
              <a:prstGeom prst="roundRect">
                <a:avLst/>
              </a:prstGeom>
              <a:solidFill>
                <a:schemeClr val="accent3">
                  <a:lumMod val="40000"/>
                  <a:lumOff val="60000"/>
                  <a:alpha val="46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a:p>
            </p:txBody>
          </p:sp>
        </p:grpSp>
        <p:sp>
          <p:nvSpPr>
            <p:cNvPr id="30" name="Down Arrow 29">
              <a:extLst>
                <a:ext uri="{FF2B5EF4-FFF2-40B4-BE49-F238E27FC236}">
                  <a16:creationId xmlns:a16="http://schemas.microsoft.com/office/drawing/2014/main" id="{A8A5E463-B239-EDA3-A39B-E905E164BB7C}"/>
                </a:ext>
              </a:extLst>
            </p:cNvPr>
            <p:cNvSpPr/>
            <p:nvPr/>
          </p:nvSpPr>
          <p:spPr>
            <a:xfrm>
              <a:off x="187102" y="288323"/>
              <a:ext cx="626076" cy="384411"/>
            </a:xfrm>
            <a:prstGeom prst="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20673509-9BB9-3B6B-B565-A54CA1045529}"/>
              </a:ext>
            </a:extLst>
          </p:cNvPr>
          <p:cNvGrpSpPr/>
          <p:nvPr/>
        </p:nvGrpSpPr>
        <p:grpSpPr>
          <a:xfrm>
            <a:off x="3628767" y="288323"/>
            <a:ext cx="4934465" cy="6352093"/>
            <a:chOff x="74139" y="288323"/>
            <a:chExt cx="4934465" cy="6352093"/>
          </a:xfrm>
        </p:grpSpPr>
        <p:grpSp>
          <p:nvGrpSpPr>
            <p:cNvPr id="33" name="Group 32">
              <a:extLst>
                <a:ext uri="{FF2B5EF4-FFF2-40B4-BE49-F238E27FC236}">
                  <a16:creationId xmlns:a16="http://schemas.microsoft.com/office/drawing/2014/main" id="{244CBCE9-B62E-7E63-6B69-331C06DA9F35}"/>
                </a:ext>
              </a:extLst>
            </p:cNvPr>
            <p:cNvGrpSpPr/>
            <p:nvPr/>
          </p:nvGrpSpPr>
          <p:grpSpPr>
            <a:xfrm>
              <a:off x="74139" y="601361"/>
              <a:ext cx="4934465" cy="769441"/>
              <a:chOff x="3253946" y="2105561"/>
              <a:chExt cx="6096000" cy="1240430"/>
            </a:xfrm>
          </p:grpSpPr>
          <p:sp>
            <p:nvSpPr>
              <p:cNvPr id="53" name="TextBox 52">
                <a:extLst>
                  <a:ext uri="{FF2B5EF4-FFF2-40B4-BE49-F238E27FC236}">
                    <a16:creationId xmlns:a16="http://schemas.microsoft.com/office/drawing/2014/main" id="{5A911955-A20B-A457-1FDE-E16164BA74D9}"/>
                  </a:ext>
                </a:extLst>
              </p:cNvPr>
              <p:cNvSpPr txBox="1"/>
              <p:nvPr/>
            </p:nvSpPr>
            <p:spPr>
              <a:xfrm>
                <a:off x="3253946" y="2105561"/>
                <a:ext cx="6096000" cy="1240430"/>
              </a:xfrm>
              <a:prstGeom prst="rect">
                <a:avLst/>
              </a:prstGeom>
              <a:noFill/>
            </p:spPr>
            <p:txBody>
              <a:bodyPr wrap="square">
                <a:spAutoFit/>
              </a:bodyPr>
              <a:lstStyle/>
              <a:p>
                <a:pPr algn="l"/>
                <a:r>
                  <a:rPr lang="en-US" sz="4400" b="0" i="0" dirty="0">
                    <a:solidFill>
                      <a:srgbClr val="FFFFFF"/>
                    </a:solidFill>
                    <a:effectLst/>
                    <a:latin typeface="Söhne"/>
                  </a:rPr>
                  <a:t>[2, </a:t>
                </a:r>
                <a:r>
                  <a:rPr lang="en-US" sz="4400" dirty="0">
                    <a:solidFill>
                      <a:srgbClr val="FFFFFF"/>
                    </a:solidFill>
                    <a:latin typeface="Söhne"/>
                  </a:rPr>
                  <a:t>6</a:t>
                </a:r>
                <a:r>
                  <a:rPr lang="en-US" sz="4400" b="0" i="0" dirty="0">
                    <a:solidFill>
                      <a:srgbClr val="FFFFFF"/>
                    </a:solidFill>
                    <a:effectLst/>
                    <a:latin typeface="Söhne"/>
                  </a:rPr>
                  <a:t>, </a:t>
                </a:r>
                <a:r>
                  <a:rPr lang="en-US" sz="4400" dirty="0">
                    <a:solidFill>
                      <a:srgbClr val="FFFFFF"/>
                    </a:solidFill>
                    <a:latin typeface="Söhne"/>
                  </a:rPr>
                  <a:t>9</a:t>
                </a:r>
                <a:r>
                  <a:rPr lang="en-US" sz="4400" b="0" i="0" dirty="0">
                    <a:solidFill>
                      <a:srgbClr val="FFFFFF"/>
                    </a:solidFill>
                    <a:effectLst/>
                    <a:latin typeface="Söhne"/>
                  </a:rPr>
                  <a:t>, 3, </a:t>
                </a:r>
                <a:r>
                  <a:rPr lang="en-US" sz="4400" dirty="0">
                    <a:solidFill>
                      <a:srgbClr val="FFFFFF"/>
                    </a:solidFill>
                    <a:latin typeface="Söhne"/>
                  </a:rPr>
                  <a:t>15</a:t>
                </a:r>
                <a:r>
                  <a:rPr lang="en-US" sz="4400" b="0" i="0" dirty="0">
                    <a:solidFill>
                      <a:srgbClr val="FFFFFF"/>
                    </a:solidFill>
                    <a:effectLst/>
                    <a:latin typeface="Söhne"/>
                  </a:rPr>
                  <a:t>,]</a:t>
                </a:r>
                <a:endParaRPr lang="en-US" sz="4400" b="0" i="0" dirty="0">
                  <a:solidFill>
                    <a:srgbClr val="FFFFFF"/>
                  </a:solidFill>
                  <a:effectLst/>
                  <a:latin typeface="Inter"/>
                </a:endParaRPr>
              </a:p>
            </p:txBody>
          </p:sp>
          <p:sp>
            <p:nvSpPr>
              <p:cNvPr id="54" name="Rounded Rectangle 53">
                <a:extLst>
                  <a:ext uri="{FF2B5EF4-FFF2-40B4-BE49-F238E27FC236}">
                    <a16:creationId xmlns:a16="http://schemas.microsoft.com/office/drawing/2014/main" id="{9EAE9C9E-E32C-E922-7AF9-D235357BFE76}"/>
                  </a:ext>
                </a:extLst>
              </p:cNvPr>
              <p:cNvSpPr/>
              <p:nvPr/>
            </p:nvSpPr>
            <p:spPr>
              <a:xfrm>
                <a:off x="4207658" y="2288670"/>
                <a:ext cx="1247434" cy="873212"/>
              </a:xfrm>
              <a:prstGeom prst="roundRect">
                <a:avLst/>
              </a:prstGeom>
              <a:solidFill>
                <a:schemeClr val="accent2">
                  <a:alpha val="46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a:p>
            </p:txBody>
          </p:sp>
        </p:grpSp>
        <p:sp>
          <p:nvSpPr>
            <p:cNvPr id="41" name="TextBox 40">
              <a:extLst>
                <a:ext uri="{FF2B5EF4-FFF2-40B4-BE49-F238E27FC236}">
                  <a16:creationId xmlns:a16="http://schemas.microsoft.com/office/drawing/2014/main" id="{24992C15-ADF2-93CD-9509-AAE3A3D9B40A}"/>
                </a:ext>
              </a:extLst>
            </p:cNvPr>
            <p:cNvSpPr txBox="1"/>
            <p:nvPr/>
          </p:nvSpPr>
          <p:spPr>
            <a:xfrm>
              <a:off x="74139" y="5870975"/>
              <a:ext cx="4934465" cy="769441"/>
            </a:xfrm>
            <a:prstGeom prst="rect">
              <a:avLst/>
            </a:prstGeom>
            <a:noFill/>
          </p:spPr>
          <p:txBody>
            <a:bodyPr wrap="square">
              <a:spAutoFit/>
            </a:bodyPr>
            <a:lstStyle/>
            <a:p>
              <a:pPr algn="l"/>
              <a:r>
                <a:rPr lang="en-US" sz="4400" b="0" i="0" dirty="0">
                  <a:solidFill>
                    <a:srgbClr val="FFFFFF"/>
                  </a:solidFill>
                  <a:effectLst/>
                  <a:latin typeface="Söhne"/>
                </a:rPr>
                <a:t>[2, </a:t>
              </a:r>
              <a:r>
                <a:rPr lang="en-US" sz="4400" dirty="0">
                  <a:solidFill>
                    <a:srgbClr val="FFFFFF"/>
                  </a:solidFill>
                  <a:latin typeface="Söhne"/>
                </a:rPr>
                <a:t>6</a:t>
              </a:r>
              <a:r>
                <a:rPr lang="en-US" sz="4400" b="0" i="0" dirty="0">
                  <a:solidFill>
                    <a:srgbClr val="FFFFFF"/>
                  </a:solidFill>
                  <a:effectLst/>
                  <a:latin typeface="Söhne"/>
                </a:rPr>
                <a:t>, 3, </a:t>
              </a:r>
              <a:r>
                <a:rPr lang="en-US" sz="4400" dirty="0">
                  <a:solidFill>
                    <a:srgbClr val="FFFFFF"/>
                  </a:solidFill>
                  <a:latin typeface="Söhne"/>
                </a:rPr>
                <a:t>9</a:t>
              </a:r>
              <a:r>
                <a:rPr lang="en-US" sz="4400" b="0" i="0" dirty="0">
                  <a:solidFill>
                    <a:srgbClr val="FFFFFF"/>
                  </a:solidFill>
                  <a:effectLst/>
                  <a:latin typeface="Söhne"/>
                </a:rPr>
                <a:t>, </a:t>
              </a:r>
              <a:r>
                <a:rPr lang="en-US" sz="4400" dirty="0">
                  <a:solidFill>
                    <a:srgbClr val="FFFFFF"/>
                  </a:solidFill>
                  <a:latin typeface="Söhne"/>
                </a:rPr>
                <a:t>15</a:t>
              </a:r>
              <a:r>
                <a:rPr lang="en-US" sz="4400" b="0" i="0" dirty="0">
                  <a:solidFill>
                    <a:srgbClr val="FFFFFF"/>
                  </a:solidFill>
                  <a:effectLst/>
                  <a:latin typeface="Söhne"/>
                </a:rPr>
                <a:t>,]</a:t>
              </a:r>
              <a:endParaRPr lang="en-US" sz="4400" b="0" i="0" dirty="0">
                <a:solidFill>
                  <a:srgbClr val="FFFFFF"/>
                </a:solidFill>
                <a:effectLst/>
                <a:latin typeface="Inter"/>
              </a:endParaRPr>
            </a:p>
          </p:txBody>
        </p:sp>
        <p:sp>
          <p:nvSpPr>
            <p:cNvPr id="40" name="Down Arrow 39">
              <a:extLst>
                <a:ext uri="{FF2B5EF4-FFF2-40B4-BE49-F238E27FC236}">
                  <a16:creationId xmlns:a16="http://schemas.microsoft.com/office/drawing/2014/main" id="{D515BC97-EBBE-23DD-C53C-39C22A66A819}"/>
                </a:ext>
              </a:extLst>
            </p:cNvPr>
            <p:cNvSpPr/>
            <p:nvPr/>
          </p:nvSpPr>
          <p:spPr>
            <a:xfrm>
              <a:off x="738220" y="288323"/>
              <a:ext cx="626076" cy="384411"/>
            </a:xfrm>
            <a:prstGeom prst="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6" name="Straight Arrow Connector 55">
            <a:extLst>
              <a:ext uri="{FF2B5EF4-FFF2-40B4-BE49-F238E27FC236}">
                <a16:creationId xmlns:a16="http://schemas.microsoft.com/office/drawing/2014/main" id="{67EDB7D1-1DD1-B4FA-8D63-28064A648F10}"/>
              </a:ext>
            </a:extLst>
          </p:cNvPr>
          <p:cNvCxnSpPr/>
          <p:nvPr/>
        </p:nvCxnSpPr>
        <p:spPr>
          <a:xfrm>
            <a:off x="5280454" y="1864350"/>
            <a:ext cx="0" cy="3407866"/>
          </a:xfrm>
          <a:prstGeom prst="straightConnector1">
            <a:avLst/>
          </a:prstGeom>
          <a:ln w="76200">
            <a:solidFill>
              <a:schemeClr val="tx2">
                <a:lumMod val="10000"/>
                <a:lumOff val="9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D8568F72-B8E1-73D2-29BD-EA1F1B1C8378}"/>
              </a:ext>
            </a:extLst>
          </p:cNvPr>
          <p:cNvSpPr txBox="1"/>
          <p:nvPr/>
        </p:nvSpPr>
        <p:spPr>
          <a:xfrm>
            <a:off x="8106032" y="5762147"/>
            <a:ext cx="4934465" cy="769441"/>
          </a:xfrm>
          <a:prstGeom prst="rect">
            <a:avLst/>
          </a:prstGeom>
          <a:noFill/>
        </p:spPr>
        <p:txBody>
          <a:bodyPr wrap="square">
            <a:spAutoFit/>
          </a:bodyPr>
          <a:lstStyle/>
          <a:p>
            <a:pPr algn="l"/>
            <a:r>
              <a:rPr lang="en-US" sz="4400" b="0" i="0" dirty="0">
                <a:solidFill>
                  <a:srgbClr val="FFFFFF"/>
                </a:solidFill>
                <a:effectLst/>
                <a:latin typeface="Söhne"/>
              </a:rPr>
              <a:t>[2, 3, </a:t>
            </a:r>
            <a:r>
              <a:rPr lang="en-US" sz="4400" dirty="0">
                <a:solidFill>
                  <a:srgbClr val="FFFFFF"/>
                </a:solidFill>
                <a:latin typeface="Söhne"/>
              </a:rPr>
              <a:t>6</a:t>
            </a:r>
            <a:r>
              <a:rPr lang="en-US" sz="4400" b="0" i="0" dirty="0">
                <a:solidFill>
                  <a:srgbClr val="FFFFFF"/>
                </a:solidFill>
                <a:effectLst/>
                <a:latin typeface="Söhne"/>
              </a:rPr>
              <a:t>, </a:t>
            </a:r>
            <a:r>
              <a:rPr lang="en-US" sz="4400" dirty="0">
                <a:solidFill>
                  <a:srgbClr val="FFFFFF"/>
                </a:solidFill>
                <a:latin typeface="Söhne"/>
              </a:rPr>
              <a:t>9</a:t>
            </a:r>
            <a:r>
              <a:rPr lang="en-US" sz="4400" b="0" i="0" dirty="0">
                <a:solidFill>
                  <a:srgbClr val="FFFFFF"/>
                </a:solidFill>
                <a:effectLst/>
                <a:latin typeface="Söhne"/>
              </a:rPr>
              <a:t>, </a:t>
            </a:r>
            <a:r>
              <a:rPr lang="en-US" sz="4400" dirty="0">
                <a:solidFill>
                  <a:srgbClr val="FFFFFF"/>
                </a:solidFill>
                <a:latin typeface="Söhne"/>
              </a:rPr>
              <a:t>15</a:t>
            </a:r>
            <a:r>
              <a:rPr lang="en-US" sz="4400" b="0" i="0" dirty="0">
                <a:solidFill>
                  <a:srgbClr val="FFFFFF"/>
                </a:solidFill>
                <a:effectLst/>
                <a:latin typeface="Söhne"/>
              </a:rPr>
              <a:t>,]</a:t>
            </a:r>
            <a:endParaRPr lang="en-US" sz="4400" b="0" i="0" dirty="0">
              <a:solidFill>
                <a:srgbClr val="FFFFFF"/>
              </a:solidFill>
              <a:effectLst/>
              <a:latin typeface="Inter"/>
            </a:endParaRPr>
          </a:p>
        </p:txBody>
      </p:sp>
      <p:pic>
        <p:nvPicPr>
          <p:cNvPr id="58" name="Picture 57">
            <a:extLst>
              <a:ext uri="{FF2B5EF4-FFF2-40B4-BE49-F238E27FC236}">
                <a16:creationId xmlns:a16="http://schemas.microsoft.com/office/drawing/2014/main" id="{9DD3DCD5-729B-600F-2351-E36009F90711}"/>
              </a:ext>
            </a:extLst>
          </p:cNvPr>
          <p:cNvPicPr>
            <a:picLocks noChangeAspect="1"/>
          </p:cNvPicPr>
          <p:nvPr/>
        </p:nvPicPr>
        <p:blipFill>
          <a:blip r:embed="rId2"/>
          <a:stretch>
            <a:fillRect/>
          </a:stretch>
        </p:blipFill>
        <p:spPr>
          <a:xfrm>
            <a:off x="6572477" y="2088048"/>
            <a:ext cx="5204127" cy="2710327"/>
          </a:xfrm>
          <a:prstGeom prst="rect">
            <a:avLst/>
          </a:prstGeom>
        </p:spPr>
      </p:pic>
    </p:spTree>
    <p:extLst>
      <p:ext uri="{BB962C8B-B14F-4D97-AF65-F5344CB8AC3E}">
        <p14:creationId xmlns:p14="http://schemas.microsoft.com/office/powerpoint/2010/main" val="7857014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4FEDBF58-C39E-FAE7-7BD1-82ADF3A164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1F7990-C901-C9A8-A302-671AF5D56AE7}"/>
              </a:ext>
            </a:extLst>
          </p:cNvPr>
          <p:cNvSpPr>
            <a:spLocks noGrp="1"/>
          </p:cNvSpPr>
          <p:nvPr>
            <p:ph type="ctrTitle"/>
          </p:nvPr>
        </p:nvSpPr>
        <p:spPr/>
        <p:txBody>
          <a:bodyPr>
            <a:normAutofit/>
          </a:bodyPr>
          <a:lstStyle/>
          <a:p>
            <a:r>
              <a:rPr lang="en-US" sz="4800" dirty="0" err="1">
                <a:solidFill>
                  <a:srgbClr val="FFC000"/>
                </a:solidFill>
              </a:rPr>
              <a:t>QuickSort</a:t>
            </a:r>
            <a:endParaRPr lang="en-US" sz="4800" dirty="0">
              <a:solidFill>
                <a:srgbClr val="FFC000"/>
              </a:solidFill>
            </a:endParaRPr>
          </a:p>
        </p:txBody>
      </p:sp>
      <p:sp>
        <p:nvSpPr>
          <p:cNvPr id="3" name="Subtitle 2">
            <a:extLst>
              <a:ext uri="{FF2B5EF4-FFF2-40B4-BE49-F238E27FC236}">
                <a16:creationId xmlns:a16="http://schemas.microsoft.com/office/drawing/2014/main" id="{83832DB4-7FD1-2578-0CF4-EC0BA4B69E58}"/>
              </a:ext>
            </a:extLst>
          </p:cNvPr>
          <p:cNvSpPr>
            <a:spLocks noGrp="1"/>
          </p:cNvSpPr>
          <p:nvPr>
            <p:ph type="subTitle" idx="1"/>
          </p:nvPr>
        </p:nvSpPr>
        <p:spPr/>
        <p:txBody>
          <a:bodyPr/>
          <a:lstStyle/>
          <a:p>
            <a:r>
              <a:rPr lang="en-US" dirty="0">
                <a:solidFill>
                  <a:schemeClr val="bg1"/>
                </a:solidFill>
              </a:rPr>
              <a:t>Unit-03.01.04</a:t>
            </a:r>
          </a:p>
        </p:txBody>
      </p:sp>
    </p:spTree>
    <p:extLst>
      <p:ext uri="{BB962C8B-B14F-4D97-AF65-F5344CB8AC3E}">
        <p14:creationId xmlns:p14="http://schemas.microsoft.com/office/powerpoint/2010/main" val="29936500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53A80380-7F1F-6071-DC88-9CC8FB324E4C}"/>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72E2F3D0-E1A5-CBFF-10E3-38E2DD6E3A64}"/>
              </a:ext>
            </a:extLst>
          </p:cNvPr>
          <p:cNvPicPr>
            <a:picLocks noChangeAspect="1"/>
          </p:cNvPicPr>
          <p:nvPr/>
        </p:nvPicPr>
        <p:blipFill>
          <a:blip r:embed="rId2"/>
          <a:stretch>
            <a:fillRect/>
          </a:stretch>
        </p:blipFill>
        <p:spPr>
          <a:xfrm>
            <a:off x="499872" y="2294500"/>
            <a:ext cx="4794278" cy="2269000"/>
          </a:xfrm>
          <a:prstGeom prst="rect">
            <a:avLst/>
          </a:prstGeom>
        </p:spPr>
      </p:pic>
      <p:grpSp>
        <p:nvGrpSpPr>
          <p:cNvPr id="12" name="Group 11">
            <a:extLst>
              <a:ext uri="{FF2B5EF4-FFF2-40B4-BE49-F238E27FC236}">
                <a16:creationId xmlns:a16="http://schemas.microsoft.com/office/drawing/2014/main" id="{7920E68B-3FCD-22F1-4004-F6F012090041}"/>
              </a:ext>
            </a:extLst>
          </p:cNvPr>
          <p:cNvGrpSpPr/>
          <p:nvPr/>
        </p:nvGrpSpPr>
        <p:grpSpPr>
          <a:xfrm>
            <a:off x="5797296" y="2974152"/>
            <a:ext cx="5894832" cy="909696"/>
            <a:chOff x="5797296" y="2974152"/>
            <a:chExt cx="5894832" cy="909696"/>
          </a:xfrm>
        </p:grpSpPr>
        <p:pic>
          <p:nvPicPr>
            <p:cNvPr id="9" name="Picture 8">
              <a:extLst>
                <a:ext uri="{FF2B5EF4-FFF2-40B4-BE49-F238E27FC236}">
                  <a16:creationId xmlns:a16="http://schemas.microsoft.com/office/drawing/2014/main" id="{053B8446-21AB-3E90-3BF4-D6DFD28FA4E0}"/>
                </a:ext>
              </a:extLst>
            </p:cNvPr>
            <p:cNvPicPr>
              <a:picLocks noChangeAspect="1"/>
            </p:cNvPicPr>
            <p:nvPr/>
          </p:nvPicPr>
          <p:blipFill>
            <a:blip r:embed="rId3"/>
            <a:stretch>
              <a:fillRect/>
            </a:stretch>
          </p:blipFill>
          <p:spPr>
            <a:xfrm>
              <a:off x="5797296" y="2974152"/>
              <a:ext cx="5894832" cy="909696"/>
            </a:xfrm>
            <a:prstGeom prst="rect">
              <a:avLst/>
            </a:prstGeom>
          </p:spPr>
        </p:pic>
        <p:pic>
          <p:nvPicPr>
            <p:cNvPr id="10" name="Picture 9">
              <a:extLst>
                <a:ext uri="{FF2B5EF4-FFF2-40B4-BE49-F238E27FC236}">
                  <a16:creationId xmlns:a16="http://schemas.microsoft.com/office/drawing/2014/main" id="{5D389869-0061-266C-C332-CD91DBFC7EE1}"/>
                </a:ext>
              </a:extLst>
            </p:cNvPr>
            <p:cNvPicPr>
              <a:picLocks noChangeAspect="1"/>
            </p:cNvPicPr>
            <p:nvPr/>
          </p:nvPicPr>
          <p:blipFill rotWithShape="1">
            <a:blip r:embed="rId3"/>
            <a:srcRect l="37280" r="49535"/>
            <a:stretch/>
          </p:blipFill>
          <p:spPr>
            <a:xfrm>
              <a:off x="10887456" y="2974152"/>
              <a:ext cx="777240" cy="909696"/>
            </a:xfrm>
            <a:prstGeom prst="rect">
              <a:avLst/>
            </a:prstGeom>
          </p:spPr>
        </p:pic>
        <p:pic>
          <p:nvPicPr>
            <p:cNvPr id="11" name="Picture 10">
              <a:extLst>
                <a:ext uri="{FF2B5EF4-FFF2-40B4-BE49-F238E27FC236}">
                  <a16:creationId xmlns:a16="http://schemas.microsoft.com/office/drawing/2014/main" id="{11A674E4-0208-2532-9142-2DB414758932}"/>
                </a:ext>
              </a:extLst>
            </p:cNvPr>
            <p:cNvPicPr>
              <a:picLocks noChangeAspect="1"/>
            </p:cNvPicPr>
            <p:nvPr/>
          </p:nvPicPr>
          <p:blipFill rotWithShape="1">
            <a:blip r:embed="rId3"/>
            <a:srcRect l="86452" r="363"/>
            <a:stretch/>
          </p:blipFill>
          <p:spPr>
            <a:xfrm>
              <a:off x="7976616" y="2974152"/>
              <a:ext cx="777240" cy="909696"/>
            </a:xfrm>
            <a:prstGeom prst="rect">
              <a:avLst/>
            </a:prstGeom>
          </p:spPr>
        </p:pic>
      </p:grpSp>
    </p:spTree>
    <p:extLst>
      <p:ext uri="{BB962C8B-B14F-4D97-AF65-F5344CB8AC3E}">
        <p14:creationId xmlns:p14="http://schemas.microsoft.com/office/powerpoint/2010/main" val="33368341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B335B2F1-C278-094E-363B-4877983B3862}"/>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E7365323-1308-436E-B3E3-7F0104F2E149}"/>
              </a:ext>
            </a:extLst>
          </p:cNvPr>
          <p:cNvPicPr>
            <a:picLocks noChangeAspect="1"/>
          </p:cNvPicPr>
          <p:nvPr/>
        </p:nvPicPr>
        <p:blipFill>
          <a:blip r:embed="rId2"/>
          <a:stretch>
            <a:fillRect/>
          </a:stretch>
        </p:blipFill>
        <p:spPr>
          <a:xfrm>
            <a:off x="499872" y="2294500"/>
            <a:ext cx="4794278" cy="2269000"/>
          </a:xfrm>
          <a:prstGeom prst="rect">
            <a:avLst/>
          </a:prstGeom>
        </p:spPr>
      </p:pic>
      <p:pic>
        <p:nvPicPr>
          <p:cNvPr id="9" name="Picture 8">
            <a:extLst>
              <a:ext uri="{FF2B5EF4-FFF2-40B4-BE49-F238E27FC236}">
                <a16:creationId xmlns:a16="http://schemas.microsoft.com/office/drawing/2014/main" id="{7E96A6D8-3694-10A0-038F-64C229B1F689}"/>
              </a:ext>
            </a:extLst>
          </p:cNvPr>
          <p:cNvPicPr>
            <a:picLocks noChangeAspect="1"/>
          </p:cNvPicPr>
          <p:nvPr/>
        </p:nvPicPr>
        <p:blipFill>
          <a:blip r:embed="rId3"/>
          <a:srcRect/>
          <a:stretch/>
        </p:blipFill>
        <p:spPr>
          <a:xfrm>
            <a:off x="5797297" y="2974152"/>
            <a:ext cx="5894830" cy="909696"/>
          </a:xfrm>
          <a:prstGeom prst="rect">
            <a:avLst/>
          </a:prstGeom>
        </p:spPr>
      </p:pic>
      <p:sp>
        <p:nvSpPr>
          <p:cNvPr id="2" name="Down Arrow 1">
            <a:extLst>
              <a:ext uri="{FF2B5EF4-FFF2-40B4-BE49-F238E27FC236}">
                <a16:creationId xmlns:a16="http://schemas.microsoft.com/office/drawing/2014/main" id="{A23A47A1-9FD1-E7A5-E7F0-7BA943D480D5}"/>
              </a:ext>
            </a:extLst>
          </p:cNvPr>
          <p:cNvSpPr/>
          <p:nvPr/>
        </p:nvSpPr>
        <p:spPr>
          <a:xfrm>
            <a:off x="10997183" y="1280160"/>
            <a:ext cx="685800" cy="1600200"/>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PIVOT</a:t>
            </a:r>
          </a:p>
        </p:txBody>
      </p:sp>
    </p:spTree>
    <p:extLst>
      <p:ext uri="{BB962C8B-B14F-4D97-AF65-F5344CB8AC3E}">
        <p14:creationId xmlns:p14="http://schemas.microsoft.com/office/powerpoint/2010/main" val="16980824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E7706CE5-63A2-0AA9-408F-2330A2D69C97}"/>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704A0E08-C4F3-A3D4-449B-466C7ED5ECAC}"/>
              </a:ext>
            </a:extLst>
          </p:cNvPr>
          <p:cNvPicPr>
            <a:picLocks noChangeAspect="1"/>
          </p:cNvPicPr>
          <p:nvPr/>
        </p:nvPicPr>
        <p:blipFill>
          <a:blip r:embed="rId2"/>
          <a:stretch>
            <a:fillRect/>
          </a:stretch>
        </p:blipFill>
        <p:spPr>
          <a:xfrm>
            <a:off x="499872" y="2294500"/>
            <a:ext cx="4794278" cy="2269000"/>
          </a:xfrm>
          <a:prstGeom prst="rect">
            <a:avLst/>
          </a:prstGeom>
        </p:spPr>
      </p:pic>
      <p:sp>
        <p:nvSpPr>
          <p:cNvPr id="2" name="Down Arrow 1">
            <a:extLst>
              <a:ext uri="{FF2B5EF4-FFF2-40B4-BE49-F238E27FC236}">
                <a16:creationId xmlns:a16="http://schemas.microsoft.com/office/drawing/2014/main" id="{918C0A48-A488-ED1A-AB42-5D24E5B2CA38}"/>
              </a:ext>
            </a:extLst>
          </p:cNvPr>
          <p:cNvSpPr/>
          <p:nvPr/>
        </p:nvSpPr>
        <p:spPr>
          <a:xfrm>
            <a:off x="10997183" y="1280160"/>
            <a:ext cx="685800" cy="1600200"/>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PIVOT</a:t>
            </a:r>
          </a:p>
        </p:txBody>
      </p:sp>
      <p:pic>
        <p:nvPicPr>
          <p:cNvPr id="4" name="Picture 3">
            <a:extLst>
              <a:ext uri="{FF2B5EF4-FFF2-40B4-BE49-F238E27FC236}">
                <a16:creationId xmlns:a16="http://schemas.microsoft.com/office/drawing/2014/main" id="{A5ABC5BD-8AD8-AD73-3F8E-8B1FA71C205F}"/>
              </a:ext>
            </a:extLst>
          </p:cNvPr>
          <p:cNvPicPr>
            <a:picLocks noChangeAspect="1"/>
          </p:cNvPicPr>
          <p:nvPr/>
        </p:nvPicPr>
        <p:blipFill>
          <a:blip r:embed="rId3"/>
          <a:stretch>
            <a:fillRect/>
          </a:stretch>
        </p:blipFill>
        <p:spPr>
          <a:xfrm>
            <a:off x="5788152" y="2880360"/>
            <a:ext cx="5894831" cy="2037719"/>
          </a:xfrm>
          <a:prstGeom prst="rect">
            <a:avLst/>
          </a:prstGeom>
        </p:spPr>
      </p:pic>
      <p:cxnSp>
        <p:nvCxnSpPr>
          <p:cNvPr id="6" name="Straight Arrow Connector 5">
            <a:extLst>
              <a:ext uri="{FF2B5EF4-FFF2-40B4-BE49-F238E27FC236}">
                <a16:creationId xmlns:a16="http://schemas.microsoft.com/office/drawing/2014/main" id="{7DBBAE70-8F8C-5735-1639-21F482B6B408}"/>
              </a:ext>
            </a:extLst>
          </p:cNvPr>
          <p:cNvCxnSpPr>
            <a:cxnSpLocks/>
          </p:cNvCxnSpPr>
          <p:nvPr/>
        </p:nvCxnSpPr>
        <p:spPr>
          <a:xfrm>
            <a:off x="6217920" y="3593592"/>
            <a:ext cx="804672" cy="0"/>
          </a:xfrm>
          <a:prstGeom prst="straightConnector1">
            <a:avLst/>
          </a:prstGeom>
          <a:ln w="38100">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BFE34EE8-13E5-068C-3004-94E27B6F6BA7}"/>
              </a:ext>
            </a:extLst>
          </p:cNvPr>
          <p:cNvCxnSpPr>
            <a:cxnSpLocks/>
          </p:cNvCxnSpPr>
          <p:nvPr/>
        </p:nvCxnSpPr>
        <p:spPr>
          <a:xfrm flipH="1">
            <a:off x="10463783" y="3593592"/>
            <a:ext cx="198121" cy="0"/>
          </a:xfrm>
          <a:prstGeom prst="straightConnector1">
            <a:avLst/>
          </a:prstGeom>
          <a:ln w="38100">
            <a:prstDash val="sys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75528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0F506090-6CE1-B916-F0E0-CBE4E3E17328}"/>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F22548E2-D5CB-0FB3-4D9B-C68C0941F3E4}"/>
              </a:ext>
            </a:extLst>
          </p:cNvPr>
          <p:cNvPicPr>
            <a:picLocks noChangeAspect="1"/>
          </p:cNvPicPr>
          <p:nvPr/>
        </p:nvPicPr>
        <p:blipFill>
          <a:blip r:embed="rId2"/>
          <a:stretch>
            <a:fillRect/>
          </a:stretch>
        </p:blipFill>
        <p:spPr>
          <a:xfrm>
            <a:off x="499872" y="2294500"/>
            <a:ext cx="4794278" cy="2269000"/>
          </a:xfrm>
          <a:prstGeom prst="rect">
            <a:avLst/>
          </a:prstGeom>
        </p:spPr>
      </p:pic>
      <p:sp>
        <p:nvSpPr>
          <p:cNvPr id="2" name="Down Arrow 1">
            <a:extLst>
              <a:ext uri="{FF2B5EF4-FFF2-40B4-BE49-F238E27FC236}">
                <a16:creationId xmlns:a16="http://schemas.microsoft.com/office/drawing/2014/main" id="{47CA4439-F07F-A972-931B-AE2652D8E066}"/>
              </a:ext>
            </a:extLst>
          </p:cNvPr>
          <p:cNvSpPr/>
          <p:nvPr/>
        </p:nvSpPr>
        <p:spPr>
          <a:xfrm>
            <a:off x="10997183" y="1280160"/>
            <a:ext cx="685800" cy="1600200"/>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PIVOT</a:t>
            </a:r>
          </a:p>
        </p:txBody>
      </p:sp>
      <p:pic>
        <p:nvPicPr>
          <p:cNvPr id="4" name="Picture 3">
            <a:extLst>
              <a:ext uri="{FF2B5EF4-FFF2-40B4-BE49-F238E27FC236}">
                <a16:creationId xmlns:a16="http://schemas.microsoft.com/office/drawing/2014/main" id="{3384F296-EF59-2A0B-14F2-46DF3C29C966}"/>
              </a:ext>
            </a:extLst>
          </p:cNvPr>
          <p:cNvPicPr>
            <a:picLocks noChangeAspect="1"/>
          </p:cNvPicPr>
          <p:nvPr/>
        </p:nvPicPr>
        <p:blipFill>
          <a:blip r:embed="rId3"/>
          <a:srcRect/>
          <a:stretch/>
        </p:blipFill>
        <p:spPr>
          <a:xfrm>
            <a:off x="5788153" y="2880360"/>
            <a:ext cx="5894829" cy="2037719"/>
          </a:xfrm>
          <a:prstGeom prst="rect">
            <a:avLst/>
          </a:prstGeom>
        </p:spPr>
      </p:pic>
      <p:cxnSp>
        <p:nvCxnSpPr>
          <p:cNvPr id="6" name="Straight Arrow Connector 5">
            <a:extLst>
              <a:ext uri="{FF2B5EF4-FFF2-40B4-BE49-F238E27FC236}">
                <a16:creationId xmlns:a16="http://schemas.microsoft.com/office/drawing/2014/main" id="{F31DC672-ACEB-9F90-BC77-CF903C0C2F69}"/>
              </a:ext>
            </a:extLst>
          </p:cNvPr>
          <p:cNvCxnSpPr>
            <a:cxnSpLocks/>
          </p:cNvCxnSpPr>
          <p:nvPr/>
        </p:nvCxnSpPr>
        <p:spPr>
          <a:xfrm>
            <a:off x="6217920" y="3593592"/>
            <a:ext cx="804672" cy="0"/>
          </a:xfrm>
          <a:prstGeom prst="straightConnector1">
            <a:avLst/>
          </a:prstGeom>
          <a:ln w="38100">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1C78E8F4-1277-5076-8347-4011B2923B7F}"/>
              </a:ext>
            </a:extLst>
          </p:cNvPr>
          <p:cNvCxnSpPr>
            <a:cxnSpLocks/>
          </p:cNvCxnSpPr>
          <p:nvPr/>
        </p:nvCxnSpPr>
        <p:spPr>
          <a:xfrm flipH="1">
            <a:off x="10463783" y="3593592"/>
            <a:ext cx="198121" cy="0"/>
          </a:xfrm>
          <a:prstGeom prst="straightConnector1">
            <a:avLst/>
          </a:prstGeom>
          <a:ln w="38100">
            <a:prstDash val="sys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33356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E42B7C68-46B5-F925-253E-B4A5DB006908}"/>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8F3BF176-4E56-FC06-78FE-22DB6E04B9EA}"/>
              </a:ext>
            </a:extLst>
          </p:cNvPr>
          <p:cNvPicPr>
            <a:picLocks noChangeAspect="1"/>
          </p:cNvPicPr>
          <p:nvPr/>
        </p:nvPicPr>
        <p:blipFill>
          <a:blip r:embed="rId2"/>
          <a:stretch>
            <a:fillRect/>
          </a:stretch>
        </p:blipFill>
        <p:spPr>
          <a:xfrm>
            <a:off x="499872" y="2294500"/>
            <a:ext cx="4794278" cy="2269000"/>
          </a:xfrm>
          <a:prstGeom prst="rect">
            <a:avLst/>
          </a:prstGeom>
        </p:spPr>
      </p:pic>
      <p:sp>
        <p:nvSpPr>
          <p:cNvPr id="2" name="Down Arrow 1">
            <a:extLst>
              <a:ext uri="{FF2B5EF4-FFF2-40B4-BE49-F238E27FC236}">
                <a16:creationId xmlns:a16="http://schemas.microsoft.com/office/drawing/2014/main" id="{60A29C60-4CE0-971C-1177-9A78C4A62F39}"/>
              </a:ext>
            </a:extLst>
          </p:cNvPr>
          <p:cNvSpPr/>
          <p:nvPr/>
        </p:nvSpPr>
        <p:spPr>
          <a:xfrm>
            <a:off x="10997183" y="1280160"/>
            <a:ext cx="685800" cy="1600200"/>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PIVOT</a:t>
            </a:r>
          </a:p>
        </p:txBody>
      </p:sp>
      <p:pic>
        <p:nvPicPr>
          <p:cNvPr id="4" name="Picture 3">
            <a:extLst>
              <a:ext uri="{FF2B5EF4-FFF2-40B4-BE49-F238E27FC236}">
                <a16:creationId xmlns:a16="http://schemas.microsoft.com/office/drawing/2014/main" id="{4456D385-F298-EEDF-3138-9F1AAB1585B0}"/>
              </a:ext>
            </a:extLst>
          </p:cNvPr>
          <p:cNvPicPr>
            <a:picLocks noChangeAspect="1"/>
          </p:cNvPicPr>
          <p:nvPr/>
        </p:nvPicPr>
        <p:blipFill>
          <a:blip r:embed="rId3"/>
          <a:srcRect/>
          <a:stretch/>
        </p:blipFill>
        <p:spPr>
          <a:xfrm>
            <a:off x="5788153" y="2880360"/>
            <a:ext cx="5894829" cy="2037718"/>
          </a:xfrm>
          <a:prstGeom prst="rect">
            <a:avLst/>
          </a:prstGeom>
        </p:spPr>
      </p:pic>
      <p:cxnSp>
        <p:nvCxnSpPr>
          <p:cNvPr id="6" name="Straight Arrow Connector 5">
            <a:extLst>
              <a:ext uri="{FF2B5EF4-FFF2-40B4-BE49-F238E27FC236}">
                <a16:creationId xmlns:a16="http://schemas.microsoft.com/office/drawing/2014/main" id="{FA947CA2-7FE2-FDC2-7A3A-B399222320E5}"/>
              </a:ext>
            </a:extLst>
          </p:cNvPr>
          <p:cNvCxnSpPr>
            <a:cxnSpLocks/>
          </p:cNvCxnSpPr>
          <p:nvPr/>
        </p:nvCxnSpPr>
        <p:spPr>
          <a:xfrm>
            <a:off x="6217920" y="3593592"/>
            <a:ext cx="804672" cy="0"/>
          </a:xfrm>
          <a:prstGeom prst="straightConnector1">
            <a:avLst/>
          </a:prstGeom>
          <a:ln w="38100">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AE2FFCA7-4C12-E4EF-3BCD-B3499A7CBE05}"/>
              </a:ext>
            </a:extLst>
          </p:cNvPr>
          <p:cNvCxnSpPr>
            <a:cxnSpLocks/>
          </p:cNvCxnSpPr>
          <p:nvPr/>
        </p:nvCxnSpPr>
        <p:spPr>
          <a:xfrm flipH="1">
            <a:off x="10463783" y="3593592"/>
            <a:ext cx="198121" cy="0"/>
          </a:xfrm>
          <a:prstGeom prst="straightConnector1">
            <a:avLst/>
          </a:prstGeom>
          <a:ln w="38100">
            <a:prstDash val="sys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343324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B00C6739-BA84-D141-D5A1-A635B2AC3B52}"/>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2303F552-1158-A3B1-51CA-9CAB7A179E9A}"/>
              </a:ext>
            </a:extLst>
          </p:cNvPr>
          <p:cNvPicPr>
            <a:picLocks noChangeAspect="1"/>
          </p:cNvPicPr>
          <p:nvPr/>
        </p:nvPicPr>
        <p:blipFill>
          <a:blip r:embed="rId2"/>
          <a:stretch>
            <a:fillRect/>
          </a:stretch>
        </p:blipFill>
        <p:spPr>
          <a:xfrm>
            <a:off x="499872" y="2294500"/>
            <a:ext cx="4794278" cy="2269000"/>
          </a:xfrm>
          <a:prstGeom prst="rect">
            <a:avLst/>
          </a:prstGeom>
        </p:spPr>
      </p:pic>
      <p:pic>
        <p:nvPicPr>
          <p:cNvPr id="5" name="Picture 4">
            <a:extLst>
              <a:ext uri="{FF2B5EF4-FFF2-40B4-BE49-F238E27FC236}">
                <a16:creationId xmlns:a16="http://schemas.microsoft.com/office/drawing/2014/main" id="{4332D16A-3FE6-147A-5EEB-EA526C967F7D}"/>
              </a:ext>
            </a:extLst>
          </p:cNvPr>
          <p:cNvPicPr>
            <a:picLocks noChangeAspect="1"/>
          </p:cNvPicPr>
          <p:nvPr/>
        </p:nvPicPr>
        <p:blipFill>
          <a:blip r:embed="rId3"/>
          <a:stretch>
            <a:fillRect/>
          </a:stretch>
        </p:blipFill>
        <p:spPr>
          <a:xfrm>
            <a:off x="5788152" y="1682496"/>
            <a:ext cx="5903976" cy="3216208"/>
          </a:xfrm>
          <a:prstGeom prst="rect">
            <a:avLst/>
          </a:prstGeom>
        </p:spPr>
      </p:pic>
      <p:cxnSp>
        <p:nvCxnSpPr>
          <p:cNvPr id="7" name="Straight Arrow Connector 6">
            <a:extLst>
              <a:ext uri="{FF2B5EF4-FFF2-40B4-BE49-F238E27FC236}">
                <a16:creationId xmlns:a16="http://schemas.microsoft.com/office/drawing/2014/main" id="{E14F9F11-3923-3C99-FE9B-077EB59E0C1E}"/>
              </a:ext>
            </a:extLst>
          </p:cNvPr>
          <p:cNvCxnSpPr>
            <a:cxnSpLocks/>
          </p:cNvCxnSpPr>
          <p:nvPr/>
        </p:nvCxnSpPr>
        <p:spPr>
          <a:xfrm>
            <a:off x="6217920" y="3593592"/>
            <a:ext cx="1499616" cy="0"/>
          </a:xfrm>
          <a:prstGeom prst="straightConnector1">
            <a:avLst/>
          </a:prstGeom>
          <a:ln w="38100">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4F05721C-5A90-8AF4-C944-867471F66476}"/>
              </a:ext>
            </a:extLst>
          </p:cNvPr>
          <p:cNvCxnSpPr>
            <a:cxnSpLocks/>
          </p:cNvCxnSpPr>
          <p:nvPr/>
        </p:nvCxnSpPr>
        <p:spPr>
          <a:xfrm flipH="1">
            <a:off x="8275320" y="3593592"/>
            <a:ext cx="2386584" cy="0"/>
          </a:xfrm>
          <a:prstGeom prst="straightConnector1">
            <a:avLst/>
          </a:prstGeom>
          <a:ln w="38100">
            <a:prstDash val="sysDot"/>
            <a:tailEnd type="triangle"/>
          </a:ln>
        </p:spPr>
        <p:style>
          <a:lnRef idx="2">
            <a:schemeClr val="accent1"/>
          </a:lnRef>
          <a:fillRef idx="0">
            <a:schemeClr val="accent1"/>
          </a:fillRef>
          <a:effectRef idx="1">
            <a:schemeClr val="accent1"/>
          </a:effectRef>
          <a:fontRef idx="minor">
            <a:schemeClr val="tx1"/>
          </a:fontRef>
        </p:style>
      </p:cxnSp>
      <p:sp>
        <p:nvSpPr>
          <p:cNvPr id="10" name="Down Arrow 9">
            <a:extLst>
              <a:ext uri="{FF2B5EF4-FFF2-40B4-BE49-F238E27FC236}">
                <a16:creationId xmlns:a16="http://schemas.microsoft.com/office/drawing/2014/main" id="{0CA86DEC-E582-9B17-873F-86D25E03D851}"/>
              </a:ext>
            </a:extLst>
          </p:cNvPr>
          <p:cNvSpPr/>
          <p:nvPr/>
        </p:nvSpPr>
        <p:spPr>
          <a:xfrm>
            <a:off x="10997183" y="1280160"/>
            <a:ext cx="685800" cy="1600200"/>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PIVOT</a:t>
            </a:r>
          </a:p>
        </p:txBody>
      </p:sp>
    </p:spTree>
    <p:extLst>
      <p:ext uri="{BB962C8B-B14F-4D97-AF65-F5344CB8AC3E}">
        <p14:creationId xmlns:p14="http://schemas.microsoft.com/office/powerpoint/2010/main" val="32642485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7FDEC3F6-B519-E670-EBA5-4C8A5A7EFC98}"/>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6C81DAC9-71AF-17A2-9C67-C9FF69F12F77}"/>
              </a:ext>
            </a:extLst>
          </p:cNvPr>
          <p:cNvPicPr>
            <a:picLocks noChangeAspect="1"/>
          </p:cNvPicPr>
          <p:nvPr/>
        </p:nvPicPr>
        <p:blipFill>
          <a:blip r:embed="rId2"/>
          <a:stretch>
            <a:fillRect/>
          </a:stretch>
        </p:blipFill>
        <p:spPr>
          <a:xfrm>
            <a:off x="499872" y="2294500"/>
            <a:ext cx="4794278" cy="2269000"/>
          </a:xfrm>
          <a:prstGeom prst="rect">
            <a:avLst/>
          </a:prstGeom>
        </p:spPr>
      </p:pic>
      <p:pic>
        <p:nvPicPr>
          <p:cNvPr id="5" name="Picture 4">
            <a:extLst>
              <a:ext uri="{FF2B5EF4-FFF2-40B4-BE49-F238E27FC236}">
                <a16:creationId xmlns:a16="http://schemas.microsoft.com/office/drawing/2014/main" id="{9119209C-8FAF-4BCD-F43B-BCFECCFDA350}"/>
              </a:ext>
            </a:extLst>
          </p:cNvPr>
          <p:cNvPicPr>
            <a:picLocks noChangeAspect="1"/>
          </p:cNvPicPr>
          <p:nvPr/>
        </p:nvPicPr>
        <p:blipFill>
          <a:blip r:embed="rId3"/>
          <a:srcRect/>
          <a:stretch/>
        </p:blipFill>
        <p:spPr>
          <a:xfrm>
            <a:off x="5788153" y="1682496"/>
            <a:ext cx="5903973" cy="3216208"/>
          </a:xfrm>
          <a:prstGeom prst="rect">
            <a:avLst/>
          </a:prstGeom>
        </p:spPr>
      </p:pic>
      <p:cxnSp>
        <p:nvCxnSpPr>
          <p:cNvPr id="7" name="Straight Arrow Connector 6">
            <a:extLst>
              <a:ext uri="{FF2B5EF4-FFF2-40B4-BE49-F238E27FC236}">
                <a16:creationId xmlns:a16="http://schemas.microsoft.com/office/drawing/2014/main" id="{B16B7C1D-BE6A-4667-FB9B-16171298B71D}"/>
              </a:ext>
            </a:extLst>
          </p:cNvPr>
          <p:cNvCxnSpPr>
            <a:cxnSpLocks/>
          </p:cNvCxnSpPr>
          <p:nvPr/>
        </p:nvCxnSpPr>
        <p:spPr>
          <a:xfrm>
            <a:off x="6217920" y="3593592"/>
            <a:ext cx="1499616" cy="0"/>
          </a:xfrm>
          <a:prstGeom prst="straightConnector1">
            <a:avLst/>
          </a:prstGeom>
          <a:ln w="38100">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F13F6D6F-06BC-A037-5764-44AA06246A43}"/>
              </a:ext>
            </a:extLst>
          </p:cNvPr>
          <p:cNvCxnSpPr>
            <a:cxnSpLocks/>
          </p:cNvCxnSpPr>
          <p:nvPr/>
        </p:nvCxnSpPr>
        <p:spPr>
          <a:xfrm flipH="1">
            <a:off x="8275320" y="3593592"/>
            <a:ext cx="2386584" cy="0"/>
          </a:xfrm>
          <a:prstGeom prst="straightConnector1">
            <a:avLst/>
          </a:prstGeom>
          <a:ln w="38100">
            <a:prstDash val="sysDot"/>
            <a:tailEnd type="triangle"/>
          </a:ln>
        </p:spPr>
        <p:style>
          <a:lnRef idx="2">
            <a:schemeClr val="accent1"/>
          </a:lnRef>
          <a:fillRef idx="0">
            <a:schemeClr val="accent1"/>
          </a:fillRef>
          <a:effectRef idx="1">
            <a:schemeClr val="accent1"/>
          </a:effectRef>
          <a:fontRef idx="minor">
            <a:schemeClr val="tx1"/>
          </a:fontRef>
        </p:style>
      </p:cxnSp>
      <p:sp>
        <p:nvSpPr>
          <p:cNvPr id="10" name="Down Arrow 9">
            <a:extLst>
              <a:ext uri="{FF2B5EF4-FFF2-40B4-BE49-F238E27FC236}">
                <a16:creationId xmlns:a16="http://schemas.microsoft.com/office/drawing/2014/main" id="{1EC65418-E87D-5561-7264-D180C46FAEE9}"/>
              </a:ext>
            </a:extLst>
          </p:cNvPr>
          <p:cNvSpPr/>
          <p:nvPr/>
        </p:nvSpPr>
        <p:spPr>
          <a:xfrm>
            <a:off x="10997183" y="1280160"/>
            <a:ext cx="685800" cy="1600200"/>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PIVOT</a:t>
            </a:r>
          </a:p>
        </p:txBody>
      </p:sp>
    </p:spTree>
    <p:extLst>
      <p:ext uri="{BB962C8B-B14F-4D97-AF65-F5344CB8AC3E}">
        <p14:creationId xmlns:p14="http://schemas.microsoft.com/office/powerpoint/2010/main" val="28930989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B0055072-DAE2-09CA-8830-ED6D508A8AF7}"/>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3E10EDEE-34AA-337F-3FEA-C9AC6C8CCD33}"/>
              </a:ext>
            </a:extLst>
          </p:cNvPr>
          <p:cNvPicPr>
            <a:picLocks noChangeAspect="1"/>
          </p:cNvPicPr>
          <p:nvPr/>
        </p:nvPicPr>
        <p:blipFill>
          <a:blip r:embed="rId2"/>
          <a:stretch>
            <a:fillRect/>
          </a:stretch>
        </p:blipFill>
        <p:spPr>
          <a:xfrm>
            <a:off x="499872" y="2294500"/>
            <a:ext cx="4794278" cy="2269000"/>
          </a:xfrm>
          <a:prstGeom prst="rect">
            <a:avLst/>
          </a:prstGeom>
        </p:spPr>
      </p:pic>
      <p:pic>
        <p:nvPicPr>
          <p:cNvPr id="5" name="Picture 4">
            <a:extLst>
              <a:ext uri="{FF2B5EF4-FFF2-40B4-BE49-F238E27FC236}">
                <a16:creationId xmlns:a16="http://schemas.microsoft.com/office/drawing/2014/main" id="{7FC92DC6-8D8F-6982-2747-BFA34498DC5B}"/>
              </a:ext>
            </a:extLst>
          </p:cNvPr>
          <p:cNvPicPr>
            <a:picLocks noChangeAspect="1"/>
          </p:cNvPicPr>
          <p:nvPr/>
        </p:nvPicPr>
        <p:blipFill>
          <a:blip r:embed="rId3"/>
          <a:srcRect/>
          <a:stretch/>
        </p:blipFill>
        <p:spPr>
          <a:xfrm>
            <a:off x="5788153" y="1682496"/>
            <a:ext cx="5903973" cy="3216207"/>
          </a:xfrm>
          <a:prstGeom prst="rect">
            <a:avLst/>
          </a:prstGeom>
        </p:spPr>
      </p:pic>
      <p:cxnSp>
        <p:nvCxnSpPr>
          <p:cNvPr id="7" name="Straight Arrow Connector 6">
            <a:extLst>
              <a:ext uri="{FF2B5EF4-FFF2-40B4-BE49-F238E27FC236}">
                <a16:creationId xmlns:a16="http://schemas.microsoft.com/office/drawing/2014/main" id="{03336626-08AC-8AB0-EF26-3B12E96B1697}"/>
              </a:ext>
            </a:extLst>
          </p:cNvPr>
          <p:cNvCxnSpPr>
            <a:cxnSpLocks/>
          </p:cNvCxnSpPr>
          <p:nvPr/>
        </p:nvCxnSpPr>
        <p:spPr>
          <a:xfrm>
            <a:off x="6217920" y="3493008"/>
            <a:ext cx="2404872" cy="0"/>
          </a:xfrm>
          <a:prstGeom prst="straightConnector1">
            <a:avLst/>
          </a:prstGeom>
          <a:ln w="38100">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2F480DCC-7B5A-487E-5BA5-D17E3F165FD2}"/>
              </a:ext>
            </a:extLst>
          </p:cNvPr>
          <p:cNvCxnSpPr>
            <a:cxnSpLocks/>
          </p:cNvCxnSpPr>
          <p:nvPr/>
        </p:nvCxnSpPr>
        <p:spPr>
          <a:xfrm flipH="1">
            <a:off x="7589520" y="3593592"/>
            <a:ext cx="3072384" cy="0"/>
          </a:xfrm>
          <a:prstGeom prst="straightConnector1">
            <a:avLst/>
          </a:prstGeom>
          <a:ln w="38100">
            <a:prstDash val="sysDot"/>
            <a:tailEnd type="triangle"/>
          </a:ln>
        </p:spPr>
        <p:style>
          <a:lnRef idx="2">
            <a:schemeClr val="accent1"/>
          </a:lnRef>
          <a:fillRef idx="0">
            <a:schemeClr val="accent1"/>
          </a:fillRef>
          <a:effectRef idx="1">
            <a:schemeClr val="accent1"/>
          </a:effectRef>
          <a:fontRef idx="minor">
            <a:schemeClr val="tx1"/>
          </a:fontRef>
        </p:style>
      </p:cxnSp>
      <p:sp>
        <p:nvSpPr>
          <p:cNvPr id="10" name="Down Arrow 9">
            <a:extLst>
              <a:ext uri="{FF2B5EF4-FFF2-40B4-BE49-F238E27FC236}">
                <a16:creationId xmlns:a16="http://schemas.microsoft.com/office/drawing/2014/main" id="{8066A62E-88CA-63C1-F02B-E18234225236}"/>
              </a:ext>
            </a:extLst>
          </p:cNvPr>
          <p:cNvSpPr/>
          <p:nvPr/>
        </p:nvSpPr>
        <p:spPr>
          <a:xfrm>
            <a:off x="10997183" y="1280160"/>
            <a:ext cx="685800" cy="1600200"/>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PIVOT</a:t>
            </a:r>
          </a:p>
        </p:txBody>
      </p:sp>
    </p:spTree>
    <p:extLst>
      <p:ext uri="{BB962C8B-B14F-4D97-AF65-F5344CB8AC3E}">
        <p14:creationId xmlns:p14="http://schemas.microsoft.com/office/powerpoint/2010/main" val="21520076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92BACC08-3B54-0FD1-7F86-1D8686B17508}"/>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ADC34996-82A5-3F48-EEC7-E53AF19F52F8}"/>
              </a:ext>
            </a:extLst>
          </p:cNvPr>
          <p:cNvPicPr>
            <a:picLocks noChangeAspect="1"/>
          </p:cNvPicPr>
          <p:nvPr/>
        </p:nvPicPr>
        <p:blipFill>
          <a:blip r:embed="rId2"/>
          <a:stretch>
            <a:fillRect/>
          </a:stretch>
        </p:blipFill>
        <p:spPr>
          <a:xfrm>
            <a:off x="499872" y="2294500"/>
            <a:ext cx="4794278" cy="2269000"/>
          </a:xfrm>
          <a:prstGeom prst="rect">
            <a:avLst/>
          </a:prstGeom>
        </p:spPr>
      </p:pic>
      <p:pic>
        <p:nvPicPr>
          <p:cNvPr id="5" name="Picture 4">
            <a:extLst>
              <a:ext uri="{FF2B5EF4-FFF2-40B4-BE49-F238E27FC236}">
                <a16:creationId xmlns:a16="http://schemas.microsoft.com/office/drawing/2014/main" id="{CBC8BB5D-D30B-7674-4032-912135813C59}"/>
              </a:ext>
            </a:extLst>
          </p:cNvPr>
          <p:cNvPicPr>
            <a:picLocks noChangeAspect="1"/>
          </p:cNvPicPr>
          <p:nvPr/>
        </p:nvPicPr>
        <p:blipFill>
          <a:blip r:embed="rId3"/>
          <a:srcRect/>
          <a:stretch/>
        </p:blipFill>
        <p:spPr>
          <a:xfrm>
            <a:off x="5788153" y="1682496"/>
            <a:ext cx="5903972" cy="3216207"/>
          </a:xfrm>
          <a:prstGeom prst="rect">
            <a:avLst/>
          </a:prstGeom>
        </p:spPr>
      </p:pic>
      <p:cxnSp>
        <p:nvCxnSpPr>
          <p:cNvPr id="7" name="Straight Arrow Connector 6">
            <a:extLst>
              <a:ext uri="{FF2B5EF4-FFF2-40B4-BE49-F238E27FC236}">
                <a16:creationId xmlns:a16="http://schemas.microsoft.com/office/drawing/2014/main" id="{9372BBD0-D1E0-6052-739D-43EF072EDECD}"/>
              </a:ext>
            </a:extLst>
          </p:cNvPr>
          <p:cNvCxnSpPr>
            <a:cxnSpLocks/>
          </p:cNvCxnSpPr>
          <p:nvPr/>
        </p:nvCxnSpPr>
        <p:spPr>
          <a:xfrm>
            <a:off x="6217920" y="3493008"/>
            <a:ext cx="2404872" cy="0"/>
          </a:xfrm>
          <a:prstGeom prst="straightConnector1">
            <a:avLst/>
          </a:prstGeom>
          <a:ln w="38100">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1A16428E-F545-1624-5989-9751F76FBCAB}"/>
              </a:ext>
            </a:extLst>
          </p:cNvPr>
          <p:cNvCxnSpPr>
            <a:cxnSpLocks/>
          </p:cNvCxnSpPr>
          <p:nvPr/>
        </p:nvCxnSpPr>
        <p:spPr>
          <a:xfrm flipH="1">
            <a:off x="7589520" y="3593592"/>
            <a:ext cx="3072384" cy="0"/>
          </a:xfrm>
          <a:prstGeom prst="straightConnector1">
            <a:avLst/>
          </a:prstGeom>
          <a:ln w="38100">
            <a:prstDash val="sysDot"/>
            <a:tailEnd type="triangle"/>
          </a:ln>
        </p:spPr>
        <p:style>
          <a:lnRef idx="2">
            <a:schemeClr val="accent1"/>
          </a:lnRef>
          <a:fillRef idx="0">
            <a:schemeClr val="accent1"/>
          </a:fillRef>
          <a:effectRef idx="1">
            <a:schemeClr val="accent1"/>
          </a:effectRef>
          <a:fontRef idx="minor">
            <a:schemeClr val="tx1"/>
          </a:fontRef>
        </p:style>
      </p:cxnSp>
      <p:sp>
        <p:nvSpPr>
          <p:cNvPr id="10" name="Down Arrow 9">
            <a:extLst>
              <a:ext uri="{FF2B5EF4-FFF2-40B4-BE49-F238E27FC236}">
                <a16:creationId xmlns:a16="http://schemas.microsoft.com/office/drawing/2014/main" id="{744C3FF6-DD5A-C937-428B-1C2E935723BF}"/>
              </a:ext>
            </a:extLst>
          </p:cNvPr>
          <p:cNvSpPr/>
          <p:nvPr/>
        </p:nvSpPr>
        <p:spPr>
          <a:xfrm>
            <a:off x="10997183" y="1280160"/>
            <a:ext cx="685800" cy="1600200"/>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PIVOT</a:t>
            </a:r>
          </a:p>
        </p:txBody>
      </p:sp>
    </p:spTree>
    <p:extLst>
      <p:ext uri="{BB962C8B-B14F-4D97-AF65-F5344CB8AC3E}">
        <p14:creationId xmlns:p14="http://schemas.microsoft.com/office/powerpoint/2010/main" val="3209225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30539716-23B9-9A4D-66FA-F3D0E2860324}"/>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2A57B80A-1729-50CD-5CA3-36668C94E4A9}"/>
              </a:ext>
            </a:extLst>
          </p:cNvPr>
          <p:cNvPicPr>
            <a:picLocks noChangeAspect="1"/>
          </p:cNvPicPr>
          <p:nvPr/>
        </p:nvPicPr>
        <p:blipFill>
          <a:blip r:embed="rId2"/>
          <a:stretch>
            <a:fillRect/>
          </a:stretch>
        </p:blipFill>
        <p:spPr>
          <a:xfrm>
            <a:off x="499872" y="2294500"/>
            <a:ext cx="4794278" cy="2269000"/>
          </a:xfrm>
          <a:prstGeom prst="rect">
            <a:avLst/>
          </a:prstGeom>
        </p:spPr>
      </p:pic>
      <p:pic>
        <p:nvPicPr>
          <p:cNvPr id="5" name="Picture 4">
            <a:extLst>
              <a:ext uri="{FF2B5EF4-FFF2-40B4-BE49-F238E27FC236}">
                <a16:creationId xmlns:a16="http://schemas.microsoft.com/office/drawing/2014/main" id="{8AC33915-FB12-447B-9F5B-B2BB649B2CB3}"/>
              </a:ext>
            </a:extLst>
          </p:cNvPr>
          <p:cNvPicPr>
            <a:picLocks noChangeAspect="1"/>
          </p:cNvPicPr>
          <p:nvPr/>
        </p:nvPicPr>
        <p:blipFill>
          <a:blip r:embed="rId3"/>
          <a:srcRect/>
          <a:stretch/>
        </p:blipFill>
        <p:spPr>
          <a:xfrm>
            <a:off x="5788153" y="1682496"/>
            <a:ext cx="5903972" cy="3216206"/>
          </a:xfrm>
          <a:prstGeom prst="rect">
            <a:avLst/>
          </a:prstGeom>
        </p:spPr>
      </p:pic>
      <p:sp>
        <p:nvSpPr>
          <p:cNvPr id="10" name="Down Arrow 9">
            <a:extLst>
              <a:ext uri="{FF2B5EF4-FFF2-40B4-BE49-F238E27FC236}">
                <a16:creationId xmlns:a16="http://schemas.microsoft.com/office/drawing/2014/main" id="{BD01F193-49A6-0C20-E15D-B3D3D9BD4F34}"/>
              </a:ext>
            </a:extLst>
          </p:cNvPr>
          <p:cNvSpPr/>
          <p:nvPr/>
        </p:nvSpPr>
        <p:spPr>
          <a:xfrm>
            <a:off x="8054339" y="1287215"/>
            <a:ext cx="685800" cy="1600200"/>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PIVOT</a:t>
            </a:r>
          </a:p>
        </p:txBody>
      </p:sp>
    </p:spTree>
    <p:extLst>
      <p:ext uri="{BB962C8B-B14F-4D97-AF65-F5344CB8AC3E}">
        <p14:creationId xmlns:p14="http://schemas.microsoft.com/office/powerpoint/2010/main" val="14028918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5E8B65B6-8DD9-4C74-587C-A1924A2C5222}"/>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B176A399-CB70-F010-4C57-41F8A221EC73}"/>
              </a:ext>
            </a:extLst>
          </p:cNvPr>
          <p:cNvPicPr>
            <a:picLocks noChangeAspect="1"/>
          </p:cNvPicPr>
          <p:nvPr/>
        </p:nvPicPr>
        <p:blipFill>
          <a:blip r:embed="rId2"/>
          <a:stretch>
            <a:fillRect/>
          </a:stretch>
        </p:blipFill>
        <p:spPr>
          <a:xfrm>
            <a:off x="499872" y="2294500"/>
            <a:ext cx="4794278" cy="2269000"/>
          </a:xfrm>
          <a:prstGeom prst="rect">
            <a:avLst/>
          </a:prstGeom>
        </p:spPr>
      </p:pic>
      <p:pic>
        <p:nvPicPr>
          <p:cNvPr id="5" name="Picture 4">
            <a:extLst>
              <a:ext uri="{FF2B5EF4-FFF2-40B4-BE49-F238E27FC236}">
                <a16:creationId xmlns:a16="http://schemas.microsoft.com/office/drawing/2014/main" id="{FC59F89A-E147-FD6E-6124-FF6B37552257}"/>
              </a:ext>
            </a:extLst>
          </p:cNvPr>
          <p:cNvPicPr>
            <a:picLocks noChangeAspect="1"/>
          </p:cNvPicPr>
          <p:nvPr/>
        </p:nvPicPr>
        <p:blipFill>
          <a:blip r:embed="rId3"/>
          <a:srcRect/>
          <a:stretch/>
        </p:blipFill>
        <p:spPr>
          <a:xfrm>
            <a:off x="5788154" y="1682496"/>
            <a:ext cx="5903970" cy="3216206"/>
          </a:xfrm>
          <a:prstGeom prst="rect">
            <a:avLst/>
          </a:prstGeom>
        </p:spPr>
      </p:pic>
      <p:sp>
        <p:nvSpPr>
          <p:cNvPr id="10" name="Down Arrow 9">
            <a:extLst>
              <a:ext uri="{FF2B5EF4-FFF2-40B4-BE49-F238E27FC236}">
                <a16:creationId xmlns:a16="http://schemas.microsoft.com/office/drawing/2014/main" id="{1F5AC108-3B40-BC64-FDAE-CB0B3CCFC7AA}"/>
              </a:ext>
            </a:extLst>
          </p:cNvPr>
          <p:cNvSpPr/>
          <p:nvPr/>
        </p:nvSpPr>
        <p:spPr>
          <a:xfrm>
            <a:off x="8054339" y="1287215"/>
            <a:ext cx="685800" cy="1600200"/>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PIVOT</a:t>
            </a:r>
          </a:p>
        </p:txBody>
      </p:sp>
    </p:spTree>
    <p:extLst>
      <p:ext uri="{BB962C8B-B14F-4D97-AF65-F5344CB8AC3E}">
        <p14:creationId xmlns:p14="http://schemas.microsoft.com/office/powerpoint/2010/main" val="27171394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9CB6AC4E-8562-589A-F9C2-8E74796D2560}"/>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52ACEFC8-C8A2-55E6-F670-5FAAEE49604E}"/>
              </a:ext>
            </a:extLst>
          </p:cNvPr>
          <p:cNvPicPr>
            <a:picLocks noChangeAspect="1"/>
          </p:cNvPicPr>
          <p:nvPr/>
        </p:nvPicPr>
        <p:blipFill>
          <a:blip r:embed="rId2"/>
          <a:stretch>
            <a:fillRect/>
          </a:stretch>
        </p:blipFill>
        <p:spPr>
          <a:xfrm>
            <a:off x="499872" y="2294500"/>
            <a:ext cx="4794278" cy="2269000"/>
          </a:xfrm>
          <a:prstGeom prst="rect">
            <a:avLst/>
          </a:prstGeom>
        </p:spPr>
      </p:pic>
      <p:pic>
        <p:nvPicPr>
          <p:cNvPr id="5" name="Picture 4">
            <a:extLst>
              <a:ext uri="{FF2B5EF4-FFF2-40B4-BE49-F238E27FC236}">
                <a16:creationId xmlns:a16="http://schemas.microsoft.com/office/drawing/2014/main" id="{101A04AA-1EF4-0AFB-6583-F716DD04261E}"/>
              </a:ext>
            </a:extLst>
          </p:cNvPr>
          <p:cNvPicPr>
            <a:picLocks noChangeAspect="1"/>
          </p:cNvPicPr>
          <p:nvPr/>
        </p:nvPicPr>
        <p:blipFill>
          <a:blip r:embed="rId3"/>
          <a:srcRect/>
          <a:stretch/>
        </p:blipFill>
        <p:spPr>
          <a:xfrm>
            <a:off x="5788154" y="1682496"/>
            <a:ext cx="5903970" cy="3216206"/>
          </a:xfrm>
          <a:prstGeom prst="rect">
            <a:avLst/>
          </a:prstGeom>
        </p:spPr>
      </p:pic>
      <p:sp>
        <p:nvSpPr>
          <p:cNvPr id="10" name="Down Arrow 9">
            <a:extLst>
              <a:ext uri="{FF2B5EF4-FFF2-40B4-BE49-F238E27FC236}">
                <a16:creationId xmlns:a16="http://schemas.microsoft.com/office/drawing/2014/main" id="{74176887-FC8F-C9FB-472E-150A4047754C}"/>
              </a:ext>
            </a:extLst>
          </p:cNvPr>
          <p:cNvSpPr/>
          <p:nvPr/>
        </p:nvSpPr>
        <p:spPr>
          <a:xfrm>
            <a:off x="8054339" y="1287215"/>
            <a:ext cx="685800" cy="1600200"/>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PIVOT</a:t>
            </a:r>
          </a:p>
        </p:txBody>
      </p:sp>
      <p:sp>
        <p:nvSpPr>
          <p:cNvPr id="2" name="Rounded Rectangle 1">
            <a:extLst>
              <a:ext uri="{FF2B5EF4-FFF2-40B4-BE49-F238E27FC236}">
                <a16:creationId xmlns:a16="http://schemas.microsoft.com/office/drawing/2014/main" id="{8F7872E1-8D5C-E7CF-2159-678A9C114073}"/>
              </a:ext>
            </a:extLst>
          </p:cNvPr>
          <p:cNvSpPr/>
          <p:nvPr/>
        </p:nvSpPr>
        <p:spPr>
          <a:xfrm>
            <a:off x="5788154" y="3858768"/>
            <a:ext cx="2266185" cy="85039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PROBLEM – 1</a:t>
            </a:r>
          </a:p>
        </p:txBody>
      </p:sp>
      <p:sp>
        <p:nvSpPr>
          <p:cNvPr id="3" name="Rounded Rectangle 2">
            <a:extLst>
              <a:ext uri="{FF2B5EF4-FFF2-40B4-BE49-F238E27FC236}">
                <a16:creationId xmlns:a16="http://schemas.microsoft.com/office/drawing/2014/main" id="{C249D748-A48C-055D-440E-6A0EE1D25F4D}"/>
              </a:ext>
            </a:extLst>
          </p:cNvPr>
          <p:cNvSpPr/>
          <p:nvPr/>
        </p:nvSpPr>
        <p:spPr>
          <a:xfrm>
            <a:off x="8740139" y="3895988"/>
            <a:ext cx="2872741" cy="85039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PROBLEM – 2</a:t>
            </a:r>
          </a:p>
        </p:txBody>
      </p:sp>
      <p:sp>
        <p:nvSpPr>
          <p:cNvPr id="4" name="Rounded Rectangle 3">
            <a:extLst>
              <a:ext uri="{FF2B5EF4-FFF2-40B4-BE49-F238E27FC236}">
                <a16:creationId xmlns:a16="http://schemas.microsoft.com/office/drawing/2014/main" id="{A633A5A5-D88C-65D1-A9AB-CA8B247E7AFE}"/>
              </a:ext>
            </a:extLst>
          </p:cNvPr>
          <p:cNvSpPr/>
          <p:nvPr/>
        </p:nvSpPr>
        <p:spPr>
          <a:xfrm>
            <a:off x="7264146" y="5255317"/>
            <a:ext cx="2266185" cy="85039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REPEAT</a:t>
            </a:r>
          </a:p>
        </p:txBody>
      </p:sp>
    </p:spTree>
    <p:extLst>
      <p:ext uri="{BB962C8B-B14F-4D97-AF65-F5344CB8AC3E}">
        <p14:creationId xmlns:p14="http://schemas.microsoft.com/office/powerpoint/2010/main" val="20349566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B3222925-5C66-0469-06EA-2A9344690A5F}"/>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B3A70C8C-D852-9848-E1F3-A1CFBF5A25A9}"/>
              </a:ext>
            </a:extLst>
          </p:cNvPr>
          <p:cNvPicPr>
            <a:picLocks noChangeAspect="1"/>
          </p:cNvPicPr>
          <p:nvPr/>
        </p:nvPicPr>
        <p:blipFill>
          <a:blip r:embed="rId2"/>
          <a:stretch>
            <a:fillRect/>
          </a:stretch>
        </p:blipFill>
        <p:spPr>
          <a:xfrm>
            <a:off x="499872" y="2294500"/>
            <a:ext cx="4794278" cy="2269000"/>
          </a:xfrm>
          <a:prstGeom prst="rect">
            <a:avLst/>
          </a:prstGeom>
        </p:spPr>
      </p:pic>
      <p:pic>
        <p:nvPicPr>
          <p:cNvPr id="5" name="Picture 4">
            <a:extLst>
              <a:ext uri="{FF2B5EF4-FFF2-40B4-BE49-F238E27FC236}">
                <a16:creationId xmlns:a16="http://schemas.microsoft.com/office/drawing/2014/main" id="{E43C6224-AF6E-CA5B-1576-D691E4CA958C}"/>
              </a:ext>
            </a:extLst>
          </p:cNvPr>
          <p:cNvPicPr>
            <a:picLocks noChangeAspect="1"/>
          </p:cNvPicPr>
          <p:nvPr/>
        </p:nvPicPr>
        <p:blipFill>
          <a:blip r:embed="rId3"/>
          <a:srcRect/>
          <a:stretch/>
        </p:blipFill>
        <p:spPr>
          <a:xfrm>
            <a:off x="5788154" y="1682496"/>
            <a:ext cx="5903970" cy="3216206"/>
          </a:xfrm>
          <a:prstGeom prst="rect">
            <a:avLst/>
          </a:prstGeom>
        </p:spPr>
      </p:pic>
      <p:sp>
        <p:nvSpPr>
          <p:cNvPr id="10" name="Down Arrow 9">
            <a:extLst>
              <a:ext uri="{FF2B5EF4-FFF2-40B4-BE49-F238E27FC236}">
                <a16:creationId xmlns:a16="http://schemas.microsoft.com/office/drawing/2014/main" id="{0B5C1BA5-9533-F79F-60BA-543093A9D55D}"/>
              </a:ext>
            </a:extLst>
          </p:cNvPr>
          <p:cNvSpPr/>
          <p:nvPr/>
        </p:nvSpPr>
        <p:spPr>
          <a:xfrm>
            <a:off x="8054339" y="1287215"/>
            <a:ext cx="685800" cy="1600200"/>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PIVOT</a:t>
            </a:r>
          </a:p>
        </p:txBody>
      </p:sp>
      <p:sp>
        <p:nvSpPr>
          <p:cNvPr id="2" name="Rounded Rectangle 1">
            <a:extLst>
              <a:ext uri="{FF2B5EF4-FFF2-40B4-BE49-F238E27FC236}">
                <a16:creationId xmlns:a16="http://schemas.microsoft.com/office/drawing/2014/main" id="{9CBF6FF4-5484-5463-945B-A6E3633982F5}"/>
              </a:ext>
            </a:extLst>
          </p:cNvPr>
          <p:cNvSpPr/>
          <p:nvPr/>
        </p:nvSpPr>
        <p:spPr>
          <a:xfrm>
            <a:off x="5788154" y="3858768"/>
            <a:ext cx="2266185" cy="85039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PROBLEM – 1</a:t>
            </a:r>
          </a:p>
        </p:txBody>
      </p:sp>
      <p:sp>
        <p:nvSpPr>
          <p:cNvPr id="3" name="Rounded Rectangle 2">
            <a:extLst>
              <a:ext uri="{FF2B5EF4-FFF2-40B4-BE49-F238E27FC236}">
                <a16:creationId xmlns:a16="http://schemas.microsoft.com/office/drawing/2014/main" id="{E0CC4CB3-B559-CE4E-5DDA-9E64A5C4AD70}"/>
              </a:ext>
            </a:extLst>
          </p:cNvPr>
          <p:cNvSpPr/>
          <p:nvPr/>
        </p:nvSpPr>
        <p:spPr>
          <a:xfrm>
            <a:off x="8740139" y="3895988"/>
            <a:ext cx="2872741" cy="85039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PROBLEM – 2</a:t>
            </a:r>
          </a:p>
        </p:txBody>
      </p:sp>
      <p:sp>
        <p:nvSpPr>
          <p:cNvPr id="4" name="Rounded Rectangle 3">
            <a:extLst>
              <a:ext uri="{FF2B5EF4-FFF2-40B4-BE49-F238E27FC236}">
                <a16:creationId xmlns:a16="http://schemas.microsoft.com/office/drawing/2014/main" id="{E1778A07-25E3-C365-5325-2D56A24826EA}"/>
              </a:ext>
            </a:extLst>
          </p:cNvPr>
          <p:cNvSpPr/>
          <p:nvPr/>
        </p:nvSpPr>
        <p:spPr>
          <a:xfrm>
            <a:off x="7264146" y="5255317"/>
            <a:ext cx="2266185" cy="85039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REPEAT</a:t>
            </a:r>
          </a:p>
        </p:txBody>
      </p:sp>
      <p:sp>
        <p:nvSpPr>
          <p:cNvPr id="6" name="TextBox 5">
            <a:extLst>
              <a:ext uri="{FF2B5EF4-FFF2-40B4-BE49-F238E27FC236}">
                <a16:creationId xmlns:a16="http://schemas.microsoft.com/office/drawing/2014/main" id="{6415E67E-DBF4-B5DD-44D0-F5A55A9A69AC}"/>
              </a:ext>
            </a:extLst>
          </p:cNvPr>
          <p:cNvSpPr txBox="1"/>
          <p:nvPr/>
        </p:nvSpPr>
        <p:spPr>
          <a:xfrm>
            <a:off x="499872" y="6116942"/>
            <a:ext cx="7036222" cy="923330"/>
          </a:xfrm>
          <a:prstGeom prst="rect">
            <a:avLst/>
          </a:prstGeom>
          <a:noFill/>
        </p:spPr>
        <p:txBody>
          <a:bodyPr wrap="none" rtlCol="0">
            <a:spAutoFit/>
          </a:bodyPr>
          <a:lstStyle/>
          <a:p>
            <a:r>
              <a:rPr lang="en-US" dirty="0"/>
              <a:t>Resources: </a:t>
            </a:r>
            <a:r>
              <a:rPr lang="en-US" dirty="0">
                <a:hlinkClick r:id="rId4"/>
              </a:rPr>
              <a:t>https://www.youtube.com/watch?v=Hoixgm4-P4M</a:t>
            </a:r>
            <a:endParaRPr lang="en-US" dirty="0"/>
          </a:p>
          <a:p>
            <a:r>
              <a:rPr lang="en-US" dirty="0"/>
              <a:t>Resources: </a:t>
            </a:r>
            <a:r>
              <a:rPr lang="en-US" dirty="0">
                <a:hlinkClick r:id="rId5"/>
              </a:rPr>
              <a:t>https://www.youtube.com/watch?v=WprjBK0p6rw&amp;t=69s</a:t>
            </a:r>
            <a:endParaRPr lang="en-US" dirty="0"/>
          </a:p>
          <a:p>
            <a:endParaRPr lang="en-US" dirty="0"/>
          </a:p>
        </p:txBody>
      </p:sp>
    </p:spTree>
    <p:extLst>
      <p:ext uri="{BB962C8B-B14F-4D97-AF65-F5344CB8AC3E}">
        <p14:creationId xmlns:p14="http://schemas.microsoft.com/office/powerpoint/2010/main" val="4861666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062DAD10-DD5A-A0FB-6476-FB6DDF4CBF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C2949C-7056-DB37-C98E-745878E9355C}"/>
              </a:ext>
            </a:extLst>
          </p:cNvPr>
          <p:cNvSpPr>
            <a:spLocks noGrp="1"/>
          </p:cNvSpPr>
          <p:nvPr>
            <p:ph type="ctrTitle"/>
          </p:nvPr>
        </p:nvSpPr>
        <p:spPr/>
        <p:txBody>
          <a:bodyPr>
            <a:normAutofit/>
          </a:bodyPr>
          <a:lstStyle/>
          <a:p>
            <a:r>
              <a:rPr lang="en-US" sz="4800" dirty="0">
                <a:solidFill>
                  <a:srgbClr val="FFC000"/>
                </a:solidFill>
              </a:rPr>
              <a:t>BUT HOW TO SOLVE?</a:t>
            </a:r>
          </a:p>
        </p:txBody>
      </p:sp>
    </p:spTree>
    <p:extLst>
      <p:ext uri="{BB962C8B-B14F-4D97-AF65-F5344CB8AC3E}">
        <p14:creationId xmlns:p14="http://schemas.microsoft.com/office/powerpoint/2010/main" val="34291121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8D0D8BBF-BA4B-0AE5-0556-70DC2B7E83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CB9B96-F048-C418-5DFE-25A3FD76D5CF}"/>
              </a:ext>
            </a:extLst>
          </p:cNvPr>
          <p:cNvSpPr>
            <a:spLocks noGrp="1"/>
          </p:cNvSpPr>
          <p:nvPr>
            <p:ph type="ctrTitle"/>
          </p:nvPr>
        </p:nvSpPr>
        <p:spPr>
          <a:xfrm>
            <a:off x="557049" y="533784"/>
            <a:ext cx="3111062" cy="948175"/>
          </a:xfrm>
        </p:spPr>
        <p:txBody>
          <a:bodyPr>
            <a:normAutofit/>
          </a:bodyPr>
          <a:lstStyle/>
          <a:p>
            <a:pPr algn="l"/>
            <a:r>
              <a:rPr lang="en-US" sz="4800" dirty="0" err="1">
                <a:solidFill>
                  <a:srgbClr val="FFC000"/>
                </a:solidFill>
              </a:rPr>
              <a:t>QuickSort</a:t>
            </a:r>
            <a:endParaRPr lang="en-US" sz="4800" dirty="0">
              <a:solidFill>
                <a:srgbClr val="FFC000"/>
              </a:solidFill>
            </a:endParaRPr>
          </a:p>
        </p:txBody>
      </p:sp>
      <p:sp>
        <p:nvSpPr>
          <p:cNvPr id="3" name="Rounded Rectangle 2">
            <a:extLst>
              <a:ext uri="{FF2B5EF4-FFF2-40B4-BE49-F238E27FC236}">
                <a16:creationId xmlns:a16="http://schemas.microsoft.com/office/drawing/2014/main" id="{CC63711E-1ECA-E23E-1F37-5BBB14A151D5}"/>
              </a:ext>
            </a:extLst>
          </p:cNvPr>
          <p:cNvSpPr/>
          <p:nvPr/>
        </p:nvSpPr>
        <p:spPr>
          <a:xfrm>
            <a:off x="1627632" y="1645920"/>
            <a:ext cx="9354312"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D9193758-541F-8B65-BC23-D469FDA12741}"/>
              </a:ext>
            </a:extLst>
          </p:cNvPr>
          <p:cNvSpPr/>
          <p:nvPr/>
        </p:nvSpPr>
        <p:spPr>
          <a:xfrm>
            <a:off x="1627632" y="2290572"/>
            <a:ext cx="5404104" cy="493776"/>
          </a:xfrm>
          <a:prstGeom prst="round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3B9E3272-B036-FA93-7A8D-48526D8AD6F4}"/>
              </a:ext>
            </a:extLst>
          </p:cNvPr>
          <p:cNvSpPr/>
          <p:nvPr/>
        </p:nvSpPr>
        <p:spPr>
          <a:xfrm>
            <a:off x="8037576" y="2290572"/>
            <a:ext cx="2944368" cy="493776"/>
          </a:xfrm>
          <a:prstGeom prst="round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3125C6FB-F47A-31FC-51AD-159E0BEB9847}"/>
              </a:ext>
            </a:extLst>
          </p:cNvPr>
          <p:cNvSpPr/>
          <p:nvPr/>
        </p:nvSpPr>
        <p:spPr>
          <a:xfrm>
            <a:off x="7153656" y="2290572"/>
            <a:ext cx="762000" cy="493776"/>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8E642C3E-19DD-40CB-E970-798835657A1D}"/>
              </a:ext>
            </a:extLst>
          </p:cNvPr>
          <p:cNvSpPr/>
          <p:nvPr/>
        </p:nvSpPr>
        <p:spPr>
          <a:xfrm>
            <a:off x="3948684" y="2854452"/>
            <a:ext cx="762000" cy="493776"/>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88E60262-A87F-6712-DB26-D4276CD035D9}"/>
              </a:ext>
            </a:extLst>
          </p:cNvPr>
          <p:cNvSpPr/>
          <p:nvPr/>
        </p:nvSpPr>
        <p:spPr>
          <a:xfrm>
            <a:off x="1627632" y="2854452"/>
            <a:ext cx="2203704" cy="493776"/>
          </a:xfrm>
          <a:prstGeom prst="round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0D2A5A21-E312-28F2-91DB-E39544048843}"/>
              </a:ext>
            </a:extLst>
          </p:cNvPr>
          <p:cNvSpPr/>
          <p:nvPr/>
        </p:nvSpPr>
        <p:spPr>
          <a:xfrm>
            <a:off x="4828032" y="2854452"/>
            <a:ext cx="2203704" cy="493776"/>
          </a:xfrm>
          <a:prstGeom prst="round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2B4CF1EA-74B9-6442-0A31-F0FAAF2BC41C}"/>
              </a:ext>
            </a:extLst>
          </p:cNvPr>
          <p:cNvSpPr/>
          <p:nvPr/>
        </p:nvSpPr>
        <p:spPr>
          <a:xfrm>
            <a:off x="8747760" y="2854452"/>
            <a:ext cx="762000" cy="493776"/>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7E20A5EF-A305-AD82-8F98-6D4F8E5E36AC}"/>
              </a:ext>
            </a:extLst>
          </p:cNvPr>
          <p:cNvSpPr/>
          <p:nvPr/>
        </p:nvSpPr>
        <p:spPr>
          <a:xfrm>
            <a:off x="8037576" y="2865120"/>
            <a:ext cx="681228" cy="493776"/>
          </a:xfrm>
          <a:prstGeom prst="round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B106D9A0-6F62-2E36-7ADB-11E17B2EA0EC}"/>
              </a:ext>
            </a:extLst>
          </p:cNvPr>
          <p:cNvSpPr/>
          <p:nvPr/>
        </p:nvSpPr>
        <p:spPr>
          <a:xfrm>
            <a:off x="9538716" y="2865120"/>
            <a:ext cx="1443228" cy="493776"/>
          </a:xfrm>
          <a:prstGeom prst="round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9B52A774-E1A2-8399-081D-A5E237D091A3}"/>
              </a:ext>
            </a:extLst>
          </p:cNvPr>
          <p:cNvSpPr/>
          <p:nvPr/>
        </p:nvSpPr>
        <p:spPr>
          <a:xfrm>
            <a:off x="1629156" y="3509773"/>
            <a:ext cx="830580" cy="493776"/>
          </a:xfrm>
          <a:prstGeom prst="round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743DA159-F686-2DBA-24F5-2D868B736A91}"/>
              </a:ext>
            </a:extLst>
          </p:cNvPr>
          <p:cNvSpPr/>
          <p:nvPr/>
        </p:nvSpPr>
        <p:spPr>
          <a:xfrm>
            <a:off x="2528316" y="3509773"/>
            <a:ext cx="762000" cy="493776"/>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128DB3BA-08CB-EE6A-B802-C0A18EBF3821}"/>
              </a:ext>
            </a:extLst>
          </p:cNvPr>
          <p:cNvSpPr/>
          <p:nvPr/>
        </p:nvSpPr>
        <p:spPr>
          <a:xfrm>
            <a:off x="3358896" y="3509773"/>
            <a:ext cx="472440" cy="493776"/>
          </a:xfrm>
          <a:prstGeom prst="round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7" name="Rounded Rectangle 16">
            <a:extLst>
              <a:ext uri="{FF2B5EF4-FFF2-40B4-BE49-F238E27FC236}">
                <a16:creationId xmlns:a16="http://schemas.microsoft.com/office/drawing/2014/main" id="{2E48F1F1-2C74-3548-1C90-B5EB3BE8B684}"/>
              </a:ext>
            </a:extLst>
          </p:cNvPr>
          <p:cNvSpPr/>
          <p:nvPr/>
        </p:nvSpPr>
        <p:spPr>
          <a:xfrm>
            <a:off x="4828032" y="3509773"/>
            <a:ext cx="740664" cy="493776"/>
          </a:xfrm>
          <a:prstGeom prst="round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8" name="Rounded Rectangle 17">
            <a:extLst>
              <a:ext uri="{FF2B5EF4-FFF2-40B4-BE49-F238E27FC236}">
                <a16:creationId xmlns:a16="http://schemas.microsoft.com/office/drawing/2014/main" id="{F6CF1152-D447-F16B-4850-FA42BE16B7C0}"/>
              </a:ext>
            </a:extLst>
          </p:cNvPr>
          <p:cNvSpPr/>
          <p:nvPr/>
        </p:nvSpPr>
        <p:spPr>
          <a:xfrm>
            <a:off x="5632704" y="3509773"/>
            <a:ext cx="762000" cy="493776"/>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9" name="Rounded Rectangle 18">
            <a:extLst>
              <a:ext uri="{FF2B5EF4-FFF2-40B4-BE49-F238E27FC236}">
                <a16:creationId xmlns:a16="http://schemas.microsoft.com/office/drawing/2014/main" id="{6D08A33A-42B1-4AD7-4793-C8441AF62B4F}"/>
              </a:ext>
            </a:extLst>
          </p:cNvPr>
          <p:cNvSpPr/>
          <p:nvPr/>
        </p:nvSpPr>
        <p:spPr>
          <a:xfrm>
            <a:off x="6412992" y="3509773"/>
            <a:ext cx="618744" cy="493776"/>
          </a:xfrm>
          <a:prstGeom prst="round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1" name="Rounded Rectangle 20">
            <a:extLst>
              <a:ext uri="{FF2B5EF4-FFF2-40B4-BE49-F238E27FC236}">
                <a16:creationId xmlns:a16="http://schemas.microsoft.com/office/drawing/2014/main" id="{E1B0AA31-5C73-2795-722B-475286BD131F}"/>
              </a:ext>
            </a:extLst>
          </p:cNvPr>
          <p:cNvSpPr/>
          <p:nvPr/>
        </p:nvSpPr>
        <p:spPr>
          <a:xfrm>
            <a:off x="8068818" y="3499105"/>
            <a:ext cx="618744" cy="493776"/>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2" name="Rounded Rectangle 21">
            <a:extLst>
              <a:ext uri="{FF2B5EF4-FFF2-40B4-BE49-F238E27FC236}">
                <a16:creationId xmlns:a16="http://schemas.microsoft.com/office/drawing/2014/main" id="{CD58EA53-3ED0-57A3-4CA5-BDF76F4FD663}"/>
              </a:ext>
            </a:extLst>
          </p:cNvPr>
          <p:cNvSpPr/>
          <p:nvPr/>
        </p:nvSpPr>
        <p:spPr>
          <a:xfrm>
            <a:off x="10241280" y="3499105"/>
            <a:ext cx="740664" cy="493776"/>
          </a:xfrm>
          <a:prstGeom prst="round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3" name="Rounded Rectangle 22">
            <a:extLst>
              <a:ext uri="{FF2B5EF4-FFF2-40B4-BE49-F238E27FC236}">
                <a16:creationId xmlns:a16="http://schemas.microsoft.com/office/drawing/2014/main" id="{C8948E40-862E-6D14-C501-E5C1667BE347}"/>
              </a:ext>
            </a:extLst>
          </p:cNvPr>
          <p:cNvSpPr/>
          <p:nvPr/>
        </p:nvSpPr>
        <p:spPr>
          <a:xfrm>
            <a:off x="9538716" y="3509773"/>
            <a:ext cx="663702" cy="493776"/>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4" name="Rounded Rectangle 23">
            <a:extLst>
              <a:ext uri="{FF2B5EF4-FFF2-40B4-BE49-F238E27FC236}">
                <a16:creationId xmlns:a16="http://schemas.microsoft.com/office/drawing/2014/main" id="{3333D604-463F-5AB2-AA2D-1307620E9BA0}"/>
              </a:ext>
            </a:extLst>
          </p:cNvPr>
          <p:cNvSpPr/>
          <p:nvPr/>
        </p:nvSpPr>
        <p:spPr>
          <a:xfrm>
            <a:off x="10241280" y="4133090"/>
            <a:ext cx="740664" cy="493776"/>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5" name="Rounded Rectangle 24">
            <a:extLst>
              <a:ext uri="{FF2B5EF4-FFF2-40B4-BE49-F238E27FC236}">
                <a16:creationId xmlns:a16="http://schemas.microsoft.com/office/drawing/2014/main" id="{B2CB1B03-8D22-EC02-7A5D-E25F9F561A88}"/>
              </a:ext>
            </a:extLst>
          </p:cNvPr>
          <p:cNvSpPr/>
          <p:nvPr/>
        </p:nvSpPr>
        <p:spPr>
          <a:xfrm>
            <a:off x="3384804" y="4018790"/>
            <a:ext cx="472440" cy="493776"/>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6" name="Rounded Rectangle 25">
            <a:extLst>
              <a:ext uri="{FF2B5EF4-FFF2-40B4-BE49-F238E27FC236}">
                <a16:creationId xmlns:a16="http://schemas.microsoft.com/office/drawing/2014/main" id="{332F899B-7F53-5602-FC02-93A4AFC85DF1}"/>
              </a:ext>
            </a:extLst>
          </p:cNvPr>
          <p:cNvSpPr/>
          <p:nvPr/>
        </p:nvSpPr>
        <p:spPr>
          <a:xfrm>
            <a:off x="1663446" y="4018790"/>
            <a:ext cx="762000" cy="493776"/>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7" name="Rounded Rectangle 26">
            <a:extLst>
              <a:ext uri="{FF2B5EF4-FFF2-40B4-BE49-F238E27FC236}">
                <a16:creationId xmlns:a16="http://schemas.microsoft.com/office/drawing/2014/main" id="{48EE892C-884C-9CCB-AD37-1C6682D12A31}"/>
              </a:ext>
            </a:extLst>
          </p:cNvPr>
          <p:cNvSpPr/>
          <p:nvPr/>
        </p:nvSpPr>
        <p:spPr>
          <a:xfrm>
            <a:off x="4806696" y="4119376"/>
            <a:ext cx="762000" cy="493776"/>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8" name="Rounded Rectangle 27">
            <a:extLst>
              <a:ext uri="{FF2B5EF4-FFF2-40B4-BE49-F238E27FC236}">
                <a16:creationId xmlns:a16="http://schemas.microsoft.com/office/drawing/2014/main" id="{012886B7-0C4D-43E6-1510-8935177C75C0}"/>
              </a:ext>
            </a:extLst>
          </p:cNvPr>
          <p:cNvSpPr/>
          <p:nvPr/>
        </p:nvSpPr>
        <p:spPr>
          <a:xfrm>
            <a:off x="6372606" y="4114808"/>
            <a:ext cx="762000" cy="493776"/>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9" name="Rounded Rectangle 28">
            <a:extLst>
              <a:ext uri="{FF2B5EF4-FFF2-40B4-BE49-F238E27FC236}">
                <a16:creationId xmlns:a16="http://schemas.microsoft.com/office/drawing/2014/main" id="{9DD9426F-3A39-654B-C111-3B775DD8042F}"/>
              </a:ext>
            </a:extLst>
          </p:cNvPr>
          <p:cNvSpPr/>
          <p:nvPr/>
        </p:nvSpPr>
        <p:spPr>
          <a:xfrm>
            <a:off x="1663446" y="4965192"/>
            <a:ext cx="9318498" cy="493776"/>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657163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FA6F3873-DD3B-C9B5-87FC-6B18DD0147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C708C4-B26B-878B-CC66-32472FFF1192}"/>
              </a:ext>
            </a:extLst>
          </p:cNvPr>
          <p:cNvSpPr>
            <a:spLocks noGrp="1"/>
          </p:cNvSpPr>
          <p:nvPr>
            <p:ph type="ctrTitle"/>
          </p:nvPr>
        </p:nvSpPr>
        <p:spPr/>
        <p:txBody>
          <a:bodyPr>
            <a:normAutofit/>
          </a:bodyPr>
          <a:lstStyle/>
          <a:p>
            <a:r>
              <a:rPr lang="en-US" sz="4800" dirty="0">
                <a:solidFill>
                  <a:srgbClr val="FFC000"/>
                </a:solidFill>
              </a:rPr>
              <a:t>Algorithms | Divide &amp; Conquer</a:t>
            </a:r>
          </a:p>
        </p:txBody>
      </p:sp>
      <p:sp>
        <p:nvSpPr>
          <p:cNvPr id="3" name="Subtitle 2">
            <a:extLst>
              <a:ext uri="{FF2B5EF4-FFF2-40B4-BE49-F238E27FC236}">
                <a16:creationId xmlns:a16="http://schemas.microsoft.com/office/drawing/2014/main" id="{4E940261-1D54-0FF8-8E27-6629FBBD34C0}"/>
              </a:ext>
            </a:extLst>
          </p:cNvPr>
          <p:cNvSpPr>
            <a:spLocks noGrp="1"/>
          </p:cNvSpPr>
          <p:nvPr>
            <p:ph type="subTitle" idx="1"/>
          </p:nvPr>
        </p:nvSpPr>
        <p:spPr/>
        <p:txBody>
          <a:bodyPr/>
          <a:lstStyle/>
          <a:p>
            <a:r>
              <a:rPr lang="en-US" dirty="0">
                <a:solidFill>
                  <a:schemeClr val="bg1"/>
                </a:solidFill>
              </a:rPr>
              <a:t>Unit-03.03</a:t>
            </a:r>
          </a:p>
        </p:txBody>
      </p:sp>
    </p:spTree>
    <p:extLst>
      <p:ext uri="{BB962C8B-B14F-4D97-AF65-F5344CB8AC3E}">
        <p14:creationId xmlns:p14="http://schemas.microsoft.com/office/powerpoint/2010/main" val="41059430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1C9EF06E-4395-C06B-2DE1-98D56B2BD52C}"/>
            </a:ext>
          </a:extLst>
        </p:cNvPr>
        <p:cNvGrpSpPr/>
        <p:nvPr/>
      </p:nvGrpSpPr>
      <p:grpSpPr>
        <a:xfrm>
          <a:off x="0" y="0"/>
          <a:ext cx="0" cy="0"/>
          <a:chOff x="0" y="0"/>
          <a:chExt cx="0" cy="0"/>
        </a:xfrm>
      </p:grpSpPr>
      <p:sp>
        <p:nvSpPr>
          <p:cNvPr id="8" name="Rounded Rectangle 7">
            <a:extLst>
              <a:ext uri="{FF2B5EF4-FFF2-40B4-BE49-F238E27FC236}">
                <a16:creationId xmlns:a16="http://schemas.microsoft.com/office/drawing/2014/main" id="{0615CD6D-1871-5ACF-1B66-2531CE21C87D}"/>
              </a:ext>
            </a:extLst>
          </p:cNvPr>
          <p:cNvSpPr/>
          <p:nvPr/>
        </p:nvSpPr>
        <p:spPr>
          <a:xfrm>
            <a:off x="6094478" y="441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a:t>
            </a:r>
          </a:p>
        </p:txBody>
      </p:sp>
      <p:sp>
        <p:nvSpPr>
          <p:cNvPr id="9" name="Rounded Rectangle 8">
            <a:extLst>
              <a:ext uri="{FF2B5EF4-FFF2-40B4-BE49-F238E27FC236}">
                <a16:creationId xmlns:a16="http://schemas.microsoft.com/office/drawing/2014/main" id="{CC86DBC2-0A14-842C-A982-04A42E53EAFF}"/>
              </a:ext>
            </a:extLst>
          </p:cNvPr>
          <p:cNvSpPr/>
          <p:nvPr/>
        </p:nvSpPr>
        <p:spPr>
          <a:xfrm>
            <a:off x="4515612" y="1203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a:t>
            </a:r>
          </a:p>
        </p:txBody>
      </p:sp>
      <p:sp>
        <p:nvSpPr>
          <p:cNvPr id="10" name="Rounded Rectangle 9">
            <a:extLst>
              <a:ext uri="{FF2B5EF4-FFF2-40B4-BE49-F238E27FC236}">
                <a16:creationId xmlns:a16="http://schemas.microsoft.com/office/drawing/2014/main" id="{C61CCA9D-15CD-87D2-1AC7-16CB446912CB}"/>
              </a:ext>
            </a:extLst>
          </p:cNvPr>
          <p:cNvSpPr/>
          <p:nvPr/>
        </p:nvSpPr>
        <p:spPr>
          <a:xfrm>
            <a:off x="7674866" y="1203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a:t>
            </a:r>
          </a:p>
        </p:txBody>
      </p:sp>
      <p:sp>
        <p:nvSpPr>
          <p:cNvPr id="11" name="Rounded Rectangle 10">
            <a:extLst>
              <a:ext uri="{FF2B5EF4-FFF2-40B4-BE49-F238E27FC236}">
                <a16:creationId xmlns:a16="http://schemas.microsoft.com/office/drawing/2014/main" id="{A67AB224-50D8-AEBC-33FB-364FA618F81D}"/>
              </a:ext>
            </a:extLst>
          </p:cNvPr>
          <p:cNvSpPr/>
          <p:nvPr/>
        </p:nvSpPr>
        <p:spPr>
          <a:xfrm>
            <a:off x="3640073"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2" name="Rounded Rectangle 11">
            <a:extLst>
              <a:ext uri="{FF2B5EF4-FFF2-40B4-BE49-F238E27FC236}">
                <a16:creationId xmlns:a16="http://schemas.microsoft.com/office/drawing/2014/main" id="{3085BC26-7B2F-3CF6-7997-54EBE61D315E}"/>
              </a:ext>
            </a:extLst>
          </p:cNvPr>
          <p:cNvSpPr/>
          <p:nvPr/>
        </p:nvSpPr>
        <p:spPr>
          <a:xfrm>
            <a:off x="5219700"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3" name="Rounded Rectangle 12">
            <a:extLst>
              <a:ext uri="{FF2B5EF4-FFF2-40B4-BE49-F238E27FC236}">
                <a16:creationId xmlns:a16="http://schemas.microsoft.com/office/drawing/2014/main" id="{F74B8008-18A4-C639-5509-387EB1B9FF56}"/>
              </a:ext>
            </a:extLst>
          </p:cNvPr>
          <p:cNvSpPr/>
          <p:nvPr/>
        </p:nvSpPr>
        <p:spPr>
          <a:xfrm>
            <a:off x="6970778"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4" name="Rounded Rectangle 13">
            <a:extLst>
              <a:ext uri="{FF2B5EF4-FFF2-40B4-BE49-F238E27FC236}">
                <a16:creationId xmlns:a16="http://schemas.microsoft.com/office/drawing/2014/main" id="{1163D816-85F2-36E9-1DFC-77299DDE4890}"/>
              </a:ext>
            </a:extLst>
          </p:cNvPr>
          <p:cNvSpPr/>
          <p:nvPr/>
        </p:nvSpPr>
        <p:spPr>
          <a:xfrm>
            <a:off x="8369812"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5" name="Rounded Rectangle 14">
            <a:extLst>
              <a:ext uri="{FF2B5EF4-FFF2-40B4-BE49-F238E27FC236}">
                <a16:creationId xmlns:a16="http://schemas.microsoft.com/office/drawing/2014/main" id="{FFD69633-E400-7F4B-8F36-3BBE506DE70C}"/>
              </a:ext>
            </a:extLst>
          </p:cNvPr>
          <p:cNvSpPr/>
          <p:nvPr/>
        </p:nvSpPr>
        <p:spPr>
          <a:xfrm>
            <a:off x="1042416" y="4233672"/>
            <a:ext cx="1536192"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N/2^height</a:t>
            </a:r>
          </a:p>
        </p:txBody>
      </p:sp>
      <p:cxnSp>
        <p:nvCxnSpPr>
          <p:cNvPr id="17" name="Straight Arrow Connector 16">
            <a:extLst>
              <a:ext uri="{FF2B5EF4-FFF2-40B4-BE49-F238E27FC236}">
                <a16:creationId xmlns:a16="http://schemas.microsoft.com/office/drawing/2014/main" id="{588E5950-C6E9-ADB1-8E98-2F73446D692D}"/>
              </a:ext>
            </a:extLst>
          </p:cNvPr>
          <p:cNvCxnSpPr>
            <a:stCxn id="9" idx="2"/>
            <a:endCxn id="11" idx="0"/>
          </p:cNvCxnSpPr>
          <p:nvPr/>
        </p:nvCxnSpPr>
        <p:spPr>
          <a:xfrm flipH="1">
            <a:off x="3992117" y="1697736"/>
            <a:ext cx="875539"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8" name="Straight Arrow Connector 17">
            <a:extLst>
              <a:ext uri="{FF2B5EF4-FFF2-40B4-BE49-F238E27FC236}">
                <a16:creationId xmlns:a16="http://schemas.microsoft.com/office/drawing/2014/main" id="{C5E44D72-3F59-0A5F-F3AF-81D5F5AAFC62}"/>
              </a:ext>
            </a:extLst>
          </p:cNvPr>
          <p:cNvCxnSpPr>
            <a:cxnSpLocks/>
            <a:stCxn id="9" idx="2"/>
            <a:endCxn id="12" idx="0"/>
          </p:cNvCxnSpPr>
          <p:nvPr/>
        </p:nvCxnSpPr>
        <p:spPr>
          <a:xfrm>
            <a:off x="4867656" y="1697736"/>
            <a:ext cx="704088"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1" name="Straight Arrow Connector 20">
            <a:extLst>
              <a:ext uri="{FF2B5EF4-FFF2-40B4-BE49-F238E27FC236}">
                <a16:creationId xmlns:a16="http://schemas.microsoft.com/office/drawing/2014/main" id="{D04488DE-6C75-34CB-A2A0-0E31A039613A}"/>
              </a:ext>
            </a:extLst>
          </p:cNvPr>
          <p:cNvCxnSpPr>
            <a:cxnSpLocks/>
            <a:endCxn id="10" idx="0"/>
          </p:cNvCxnSpPr>
          <p:nvPr/>
        </p:nvCxnSpPr>
        <p:spPr>
          <a:xfrm>
            <a:off x="6448044" y="935736"/>
            <a:ext cx="1578866" cy="268224"/>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3" name="Straight Arrow Connector 22">
            <a:extLst>
              <a:ext uri="{FF2B5EF4-FFF2-40B4-BE49-F238E27FC236}">
                <a16:creationId xmlns:a16="http://schemas.microsoft.com/office/drawing/2014/main" id="{1215476F-5025-0BE5-BE71-1EDB404F78F7}"/>
              </a:ext>
            </a:extLst>
          </p:cNvPr>
          <p:cNvCxnSpPr>
            <a:cxnSpLocks/>
          </p:cNvCxnSpPr>
          <p:nvPr/>
        </p:nvCxnSpPr>
        <p:spPr>
          <a:xfrm flipH="1">
            <a:off x="4867656" y="935736"/>
            <a:ext cx="1578866" cy="268224"/>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5" name="Straight Arrow Connector 24">
            <a:extLst>
              <a:ext uri="{FF2B5EF4-FFF2-40B4-BE49-F238E27FC236}">
                <a16:creationId xmlns:a16="http://schemas.microsoft.com/office/drawing/2014/main" id="{5C8E60E5-25A0-C4A1-A508-17BEBD1731A3}"/>
              </a:ext>
            </a:extLst>
          </p:cNvPr>
          <p:cNvCxnSpPr>
            <a:cxnSpLocks/>
          </p:cNvCxnSpPr>
          <p:nvPr/>
        </p:nvCxnSpPr>
        <p:spPr>
          <a:xfrm>
            <a:off x="8017768" y="1697736"/>
            <a:ext cx="704088"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6" name="Straight Arrow Connector 25">
            <a:extLst>
              <a:ext uri="{FF2B5EF4-FFF2-40B4-BE49-F238E27FC236}">
                <a16:creationId xmlns:a16="http://schemas.microsoft.com/office/drawing/2014/main" id="{A50E4BA0-872A-C4EE-2A3B-B9DB9F286676}"/>
              </a:ext>
            </a:extLst>
          </p:cNvPr>
          <p:cNvCxnSpPr>
            <a:cxnSpLocks/>
            <a:endCxn id="13" idx="0"/>
          </p:cNvCxnSpPr>
          <p:nvPr/>
        </p:nvCxnSpPr>
        <p:spPr>
          <a:xfrm flipH="1">
            <a:off x="7322822" y="1697736"/>
            <a:ext cx="694946"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8" name="Straight Arrow Connector 27">
            <a:extLst>
              <a:ext uri="{FF2B5EF4-FFF2-40B4-BE49-F238E27FC236}">
                <a16:creationId xmlns:a16="http://schemas.microsoft.com/office/drawing/2014/main" id="{A75B07BF-617E-A893-3112-337524A90506}"/>
              </a:ext>
            </a:extLst>
          </p:cNvPr>
          <p:cNvCxnSpPr>
            <a:cxnSpLocks/>
          </p:cNvCxnSpPr>
          <p:nvPr/>
        </p:nvCxnSpPr>
        <p:spPr>
          <a:xfrm flipH="1">
            <a:off x="1714119" y="3877056"/>
            <a:ext cx="389001" cy="33223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31" name="Straight Arrow Connector 30">
            <a:extLst>
              <a:ext uri="{FF2B5EF4-FFF2-40B4-BE49-F238E27FC236}">
                <a16:creationId xmlns:a16="http://schemas.microsoft.com/office/drawing/2014/main" id="{0EFCA9FD-AA62-9D0F-1022-607DC767670A}"/>
              </a:ext>
            </a:extLst>
          </p:cNvPr>
          <p:cNvCxnSpPr/>
          <p:nvPr/>
        </p:nvCxnSpPr>
        <p:spPr>
          <a:xfrm>
            <a:off x="10030968" y="1450848"/>
            <a:ext cx="0" cy="327660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32" name="TextBox 31">
            <a:extLst>
              <a:ext uri="{FF2B5EF4-FFF2-40B4-BE49-F238E27FC236}">
                <a16:creationId xmlns:a16="http://schemas.microsoft.com/office/drawing/2014/main" id="{5272B578-1373-F60F-1B6B-634D0EEE6728}"/>
              </a:ext>
            </a:extLst>
          </p:cNvPr>
          <p:cNvSpPr txBox="1"/>
          <p:nvPr/>
        </p:nvSpPr>
        <p:spPr>
          <a:xfrm>
            <a:off x="905256" y="5577840"/>
            <a:ext cx="4383829" cy="523220"/>
          </a:xfrm>
          <a:prstGeom prst="rect">
            <a:avLst/>
          </a:prstGeom>
          <a:noFill/>
        </p:spPr>
        <p:txBody>
          <a:bodyPr wrap="none" rtlCol="0">
            <a:spAutoFit/>
          </a:bodyPr>
          <a:lstStyle/>
          <a:p>
            <a:r>
              <a:rPr lang="en-US" sz="2800" dirty="0">
                <a:solidFill>
                  <a:schemeClr val="accent2"/>
                </a:solidFill>
              </a:rPr>
              <a:t>How tall this tree will grow?</a:t>
            </a:r>
          </a:p>
        </p:txBody>
      </p:sp>
    </p:spTree>
    <p:extLst>
      <p:ext uri="{BB962C8B-B14F-4D97-AF65-F5344CB8AC3E}">
        <p14:creationId xmlns:p14="http://schemas.microsoft.com/office/powerpoint/2010/main" val="1511645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790235DC-37C9-C9F3-3C31-2FF1720D0F9D}"/>
            </a:ext>
          </a:extLst>
        </p:cNvPr>
        <p:cNvGrpSpPr/>
        <p:nvPr/>
      </p:nvGrpSpPr>
      <p:grpSpPr>
        <a:xfrm>
          <a:off x="0" y="0"/>
          <a:ext cx="0" cy="0"/>
          <a:chOff x="0" y="0"/>
          <a:chExt cx="0" cy="0"/>
        </a:xfrm>
      </p:grpSpPr>
      <p:sp>
        <p:nvSpPr>
          <p:cNvPr id="8" name="Rounded Rectangle 7">
            <a:extLst>
              <a:ext uri="{FF2B5EF4-FFF2-40B4-BE49-F238E27FC236}">
                <a16:creationId xmlns:a16="http://schemas.microsoft.com/office/drawing/2014/main" id="{9883CDB1-E8DF-10ED-1D22-E4A2C283FBF9}"/>
              </a:ext>
            </a:extLst>
          </p:cNvPr>
          <p:cNvSpPr/>
          <p:nvPr/>
        </p:nvSpPr>
        <p:spPr>
          <a:xfrm>
            <a:off x="6094478" y="441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a:t>
            </a:r>
          </a:p>
        </p:txBody>
      </p:sp>
      <p:sp>
        <p:nvSpPr>
          <p:cNvPr id="9" name="Rounded Rectangle 8">
            <a:extLst>
              <a:ext uri="{FF2B5EF4-FFF2-40B4-BE49-F238E27FC236}">
                <a16:creationId xmlns:a16="http://schemas.microsoft.com/office/drawing/2014/main" id="{0DA1D3B2-A43F-A1BC-2474-C1638AB1C082}"/>
              </a:ext>
            </a:extLst>
          </p:cNvPr>
          <p:cNvSpPr/>
          <p:nvPr/>
        </p:nvSpPr>
        <p:spPr>
          <a:xfrm>
            <a:off x="4515612" y="1203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a:t>
            </a:r>
          </a:p>
        </p:txBody>
      </p:sp>
      <p:sp>
        <p:nvSpPr>
          <p:cNvPr id="10" name="Rounded Rectangle 9">
            <a:extLst>
              <a:ext uri="{FF2B5EF4-FFF2-40B4-BE49-F238E27FC236}">
                <a16:creationId xmlns:a16="http://schemas.microsoft.com/office/drawing/2014/main" id="{84A62BF5-7407-3450-C365-5DBE7047FCBD}"/>
              </a:ext>
            </a:extLst>
          </p:cNvPr>
          <p:cNvSpPr/>
          <p:nvPr/>
        </p:nvSpPr>
        <p:spPr>
          <a:xfrm>
            <a:off x="7674866" y="1203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a:t>
            </a:r>
          </a:p>
        </p:txBody>
      </p:sp>
      <p:sp>
        <p:nvSpPr>
          <p:cNvPr id="11" name="Rounded Rectangle 10">
            <a:extLst>
              <a:ext uri="{FF2B5EF4-FFF2-40B4-BE49-F238E27FC236}">
                <a16:creationId xmlns:a16="http://schemas.microsoft.com/office/drawing/2014/main" id="{1000C85E-3FEA-C793-4351-162741C6EA7F}"/>
              </a:ext>
            </a:extLst>
          </p:cNvPr>
          <p:cNvSpPr/>
          <p:nvPr/>
        </p:nvSpPr>
        <p:spPr>
          <a:xfrm>
            <a:off x="3640073"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2" name="Rounded Rectangle 11">
            <a:extLst>
              <a:ext uri="{FF2B5EF4-FFF2-40B4-BE49-F238E27FC236}">
                <a16:creationId xmlns:a16="http://schemas.microsoft.com/office/drawing/2014/main" id="{12C2E733-BB8B-FF39-CB5A-9A5C956F4D11}"/>
              </a:ext>
            </a:extLst>
          </p:cNvPr>
          <p:cNvSpPr/>
          <p:nvPr/>
        </p:nvSpPr>
        <p:spPr>
          <a:xfrm>
            <a:off x="5219700"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3" name="Rounded Rectangle 12">
            <a:extLst>
              <a:ext uri="{FF2B5EF4-FFF2-40B4-BE49-F238E27FC236}">
                <a16:creationId xmlns:a16="http://schemas.microsoft.com/office/drawing/2014/main" id="{96D59A7B-9F4C-90F6-3366-7D4732B8B581}"/>
              </a:ext>
            </a:extLst>
          </p:cNvPr>
          <p:cNvSpPr/>
          <p:nvPr/>
        </p:nvSpPr>
        <p:spPr>
          <a:xfrm>
            <a:off x="6970778"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4" name="Rounded Rectangle 13">
            <a:extLst>
              <a:ext uri="{FF2B5EF4-FFF2-40B4-BE49-F238E27FC236}">
                <a16:creationId xmlns:a16="http://schemas.microsoft.com/office/drawing/2014/main" id="{AF76F9FE-1CC3-9239-ACA4-FF88F0D3D309}"/>
              </a:ext>
            </a:extLst>
          </p:cNvPr>
          <p:cNvSpPr/>
          <p:nvPr/>
        </p:nvSpPr>
        <p:spPr>
          <a:xfrm>
            <a:off x="8369812"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5" name="Rounded Rectangle 14">
            <a:extLst>
              <a:ext uri="{FF2B5EF4-FFF2-40B4-BE49-F238E27FC236}">
                <a16:creationId xmlns:a16="http://schemas.microsoft.com/office/drawing/2014/main" id="{785978D7-0881-32E4-92EC-2F3DDD60B725}"/>
              </a:ext>
            </a:extLst>
          </p:cNvPr>
          <p:cNvSpPr/>
          <p:nvPr/>
        </p:nvSpPr>
        <p:spPr>
          <a:xfrm>
            <a:off x="1042416" y="4233672"/>
            <a:ext cx="1536192"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N/2^height</a:t>
            </a:r>
          </a:p>
        </p:txBody>
      </p:sp>
      <p:cxnSp>
        <p:nvCxnSpPr>
          <p:cNvPr id="17" name="Straight Arrow Connector 16">
            <a:extLst>
              <a:ext uri="{FF2B5EF4-FFF2-40B4-BE49-F238E27FC236}">
                <a16:creationId xmlns:a16="http://schemas.microsoft.com/office/drawing/2014/main" id="{C2E1F527-BE9B-D51B-FBF6-1A41E322EDE0}"/>
              </a:ext>
            </a:extLst>
          </p:cNvPr>
          <p:cNvCxnSpPr>
            <a:stCxn id="9" idx="2"/>
            <a:endCxn id="11" idx="0"/>
          </p:cNvCxnSpPr>
          <p:nvPr/>
        </p:nvCxnSpPr>
        <p:spPr>
          <a:xfrm flipH="1">
            <a:off x="3992117" y="1697736"/>
            <a:ext cx="875539"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8" name="Straight Arrow Connector 17">
            <a:extLst>
              <a:ext uri="{FF2B5EF4-FFF2-40B4-BE49-F238E27FC236}">
                <a16:creationId xmlns:a16="http://schemas.microsoft.com/office/drawing/2014/main" id="{C07930CB-36F7-931B-D57C-40D4D851AFEB}"/>
              </a:ext>
            </a:extLst>
          </p:cNvPr>
          <p:cNvCxnSpPr>
            <a:cxnSpLocks/>
            <a:stCxn id="9" idx="2"/>
            <a:endCxn id="12" idx="0"/>
          </p:cNvCxnSpPr>
          <p:nvPr/>
        </p:nvCxnSpPr>
        <p:spPr>
          <a:xfrm>
            <a:off x="4867656" y="1697736"/>
            <a:ext cx="704088"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1" name="Straight Arrow Connector 20">
            <a:extLst>
              <a:ext uri="{FF2B5EF4-FFF2-40B4-BE49-F238E27FC236}">
                <a16:creationId xmlns:a16="http://schemas.microsoft.com/office/drawing/2014/main" id="{8C326252-3E58-87F9-05FC-A0D7A1D1CA5F}"/>
              </a:ext>
            </a:extLst>
          </p:cNvPr>
          <p:cNvCxnSpPr>
            <a:cxnSpLocks/>
            <a:endCxn id="10" idx="0"/>
          </p:cNvCxnSpPr>
          <p:nvPr/>
        </p:nvCxnSpPr>
        <p:spPr>
          <a:xfrm>
            <a:off x="6448044" y="935736"/>
            <a:ext cx="1578866" cy="268224"/>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3" name="Straight Arrow Connector 22">
            <a:extLst>
              <a:ext uri="{FF2B5EF4-FFF2-40B4-BE49-F238E27FC236}">
                <a16:creationId xmlns:a16="http://schemas.microsoft.com/office/drawing/2014/main" id="{37D50374-1117-7F49-D99E-CFD92E033CF1}"/>
              </a:ext>
            </a:extLst>
          </p:cNvPr>
          <p:cNvCxnSpPr>
            <a:cxnSpLocks/>
          </p:cNvCxnSpPr>
          <p:nvPr/>
        </p:nvCxnSpPr>
        <p:spPr>
          <a:xfrm flipH="1">
            <a:off x="4867656" y="935736"/>
            <a:ext cx="1578866" cy="268224"/>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5" name="Straight Arrow Connector 24">
            <a:extLst>
              <a:ext uri="{FF2B5EF4-FFF2-40B4-BE49-F238E27FC236}">
                <a16:creationId xmlns:a16="http://schemas.microsoft.com/office/drawing/2014/main" id="{B0213827-7C2B-47BF-BD9D-57095C61EDAA}"/>
              </a:ext>
            </a:extLst>
          </p:cNvPr>
          <p:cNvCxnSpPr>
            <a:cxnSpLocks/>
          </p:cNvCxnSpPr>
          <p:nvPr/>
        </p:nvCxnSpPr>
        <p:spPr>
          <a:xfrm>
            <a:off x="8017768" y="1697736"/>
            <a:ext cx="704088"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6" name="Straight Arrow Connector 25">
            <a:extLst>
              <a:ext uri="{FF2B5EF4-FFF2-40B4-BE49-F238E27FC236}">
                <a16:creationId xmlns:a16="http://schemas.microsoft.com/office/drawing/2014/main" id="{5C10C6E7-737E-82FA-1CC5-CED66A7530F3}"/>
              </a:ext>
            </a:extLst>
          </p:cNvPr>
          <p:cNvCxnSpPr>
            <a:cxnSpLocks/>
            <a:endCxn id="13" idx="0"/>
          </p:cNvCxnSpPr>
          <p:nvPr/>
        </p:nvCxnSpPr>
        <p:spPr>
          <a:xfrm flipH="1">
            <a:off x="7322822" y="1697736"/>
            <a:ext cx="694946"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8" name="Straight Arrow Connector 27">
            <a:extLst>
              <a:ext uri="{FF2B5EF4-FFF2-40B4-BE49-F238E27FC236}">
                <a16:creationId xmlns:a16="http://schemas.microsoft.com/office/drawing/2014/main" id="{A7D6DE66-6708-37A5-A56D-C1657C58C47B}"/>
              </a:ext>
            </a:extLst>
          </p:cNvPr>
          <p:cNvCxnSpPr>
            <a:cxnSpLocks/>
          </p:cNvCxnSpPr>
          <p:nvPr/>
        </p:nvCxnSpPr>
        <p:spPr>
          <a:xfrm flipH="1">
            <a:off x="1714119" y="3877056"/>
            <a:ext cx="389001" cy="33223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31" name="Straight Arrow Connector 30">
            <a:extLst>
              <a:ext uri="{FF2B5EF4-FFF2-40B4-BE49-F238E27FC236}">
                <a16:creationId xmlns:a16="http://schemas.microsoft.com/office/drawing/2014/main" id="{E2E1AFC5-0476-F749-9FC3-6F3D10C0DDCD}"/>
              </a:ext>
            </a:extLst>
          </p:cNvPr>
          <p:cNvCxnSpPr/>
          <p:nvPr/>
        </p:nvCxnSpPr>
        <p:spPr>
          <a:xfrm>
            <a:off x="10030968" y="1450848"/>
            <a:ext cx="0" cy="327660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32" name="TextBox 31">
            <a:extLst>
              <a:ext uri="{FF2B5EF4-FFF2-40B4-BE49-F238E27FC236}">
                <a16:creationId xmlns:a16="http://schemas.microsoft.com/office/drawing/2014/main" id="{A7D17455-DEF7-7D9A-6B7D-16643352B7AD}"/>
              </a:ext>
            </a:extLst>
          </p:cNvPr>
          <p:cNvSpPr txBox="1"/>
          <p:nvPr/>
        </p:nvSpPr>
        <p:spPr>
          <a:xfrm>
            <a:off x="905256" y="5577840"/>
            <a:ext cx="7401706" cy="954107"/>
          </a:xfrm>
          <a:prstGeom prst="rect">
            <a:avLst/>
          </a:prstGeom>
          <a:noFill/>
        </p:spPr>
        <p:txBody>
          <a:bodyPr wrap="none" rtlCol="0">
            <a:spAutoFit/>
          </a:bodyPr>
          <a:lstStyle/>
          <a:p>
            <a:r>
              <a:rPr lang="en-US" sz="2800" dirty="0">
                <a:solidFill>
                  <a:schemeClr val="accent2"/>
                </a:solidFill>
              </a:rPr>
              <a:t>How tall this tree will grow?</a:t>
            </a:r>
          </a:p>
          <a:p>
            <a:r>
              <a:rPr lang="en-US" sz="2800" dirty="0">
                <a:solidFill>
                  <a:schemeClr val="accent2"/>
                </a:solidFill>
              </a:rPr>
              <a:t>Height is the number of steps we would need…</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2FE7B9A-BB4D-515A-1256-DBAE58981168}"/>
                  </a:ext>
                </a:extLst>
              </p:cNvPr>
              <p:cNvSpPr txBox="1"/>
              <p:nvPr/>
            </p:nvSpPr>
            <p:spPr>
              <a:xfrm>
                <a:off x="3535676" y="3635060"/>
                <a:ext cx="5142946" cy="11531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4000" b="0" i="1" smtClean="0">
                              <a:solidFill>
                                <a:schemeClr val="bg1"/>
                              </a:solidFill>
                              <a:latin typeface="Cambria Math" panose="02040503050406030204" pitchFamily="18" charset="0"/>
                            </a:rPr>
                          </m:ctrlPr>
                        </m:fPr>
                        <m:num>
                          <m:r>
                            <a:rPr lang="en-US" sz="4000" b="0" i="1" smtClean="0">
                              <a:solidFill>
                                <a:schemeClr val="bg1"/>
                              </a:solidFill>
                              <a:latin typeface="Cambria Math" panose="02040503050406030204" pitchFamily="18" charset="0"/>
                            </a:rPr>
                            <m:t>𝑁</m:t>
                          </m:r>
                        </m:num>
                        <m:den>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2</m:t>
                              </m:r>
                            </m:e>
                            <m:sup>
                              <m:r>
                                <a:rPr lang="en-US" sz="4000" b="0" i="1" smtClean="0">
                                  <a:solidFill>
                                    <a:schemeClr val="bg1"/>
                                  </a:solidFill>
                                  <a:latin typeface="Cambria Math" panose="02040503050406030204" pitchFamily="18" charset="0"/>
                                </a:rPr>
                                <m:t>h𝑒𝑖𝑔h𝑡</m:t>
                              </m:r>
                            </m:sup>
                          </m:sSup>
                        </m:den>
                      </m:f>
                      <m:r>
                        <a:rPr lang="en-US" sz="4000" b="0" i="1" smtClean="0">
                          <a:solidFill>
                            <a:schemeClr val="bg1"/>
                          </a:solidFill>
                          <a:latin typeface="Cambria Math" panose="02040503050406030204" pitchFamily="18" charset="0"/>
                        </a:rPr>
                        <m:t>=1, </m:t>
                      </m:r>
                      <m:r>
                        <a:rPr lang="en-US" sz="4000" b="0" i="1" smtClean="0">
                          <a:solidFill>
                            <a:schemeClr val="bg1"/>
                          </a:solidFill>
                          <a:latin typeface="Cambria Math" panose="02040503050406030204" pitchFamily="18" charset="0"/>
                        </a:rPr>
                        <m:t>h𝑒𝑖𝑔h𝑡</m:t>
                      </m:r>
                      <m:r>
                        <a:rPr lang="en-US" sz="4000" b="0" i="1" smtClean="0">
                          <a:solidFill>
                            <a:schemeClr val="bg1"/>
                          </a:solidFill>
                          <a:latin typeface="Cambria Math" panose="02040503050406030204" pitchFamily="18" charset="0"/>
                        </a:rPr>
                        <m:t>= ?</m:t>
                      </m:r>
                    </m:oMath>
                  </m:oMathPara>
                </a14:m>
                <a:endParaRPr lang="en-US" sz="4000" dirty="0">
                  <a:solidFill>
                    <a:schemeClr val="bg1"/>
                  </a:solidFill>
                </a:endParaRPr>
              </a:p>
            </p:txBody>
          </p:sp>
        </mc:Choice>
        <mc:Fallback xmlns="">
          <p:sp>
            <p:nvSpPr>
              <p:cNvPr id="2" name="TextBox 1">
                <a:extLst>
                  <a:ext uri="{FF2B5EF4-FFF2-40B4-BE49-F238E27FC236}">
                    <a16:creationId xmlns:a16="http://schemas.microsoft.com/office/drawing/2014/main" id="{42FE7B9A-BB4D-515A-1256-DBAE58981168}"/>
                  </a:ext>
                </a:extLst>
              </p:cNvPr>
              <p:cNvSpPr txBox="1">
                <a:spLocks noRot="1" noChangeAspect="1" noMove="1" noResize="1" noEditPoints="1" noAdjustHandles="1" noChangeArrowheads="1" noChangeShapeType="1" noTextEdit="1"/>
              </p:cNvSpPr>
              <p:nvPr/>
            </p:nvSpPr>
            <p:spPr>
              <a:xfrm>
                <a:off x="3535676" y="3635060"/>
                <a:ext cx="5142946" cy="1153136"/>
              </a:xfrm>
              <a:prstGeom prst="rect">
                <a:avLst/>
              </a:prstGeom>
              <a:blipFill>
                <a:blip r:embed="rId2"/>
                <a:stretch>
                  <a:fillRect l="-1970" r="-1970" b="-15385"/>
                </a:stretch>
              </a:blipFill>
            </p:spPr>
            <p:txBody>
              <a:bodyPr/>
              <a:lstStyle/>
              <a:p>
                <a:r>
                  <a:rPr lang="en-US">
                    <a:noFill/>
                  </a:rPr>
                  <a:t> </a:t>
                </a:r>
              </a:p>
            </p:txBody>
          </p:sp>
        </mc:Fallback>
      </mc:AlternateContent>
    </p:spTree>
    <p:extLst>
      <p:ext uri="{BB962C8B-B14F-4D97-AF65-F5344CB8AC3E}">
        <p14:creationId xmlns:p14="http://schemas.microsoft.com/office/powerpoint/2010/main" val="13380511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21AE8330-2561-90E2-AEA7-6797737F52D2}"/>
            </a:ext>
          </a:extLst>
        </p:cNvPr>
        <p:cNvGrpSpPr/>
        <p:nvPr/>
      </p:nvGrpSpPr>
      <p:grpSpPr>
        <a:xfrm>
          <a:off x="0" y="0"/>
          <a:ext cx="0" cy="0"/>
          <a:chOff x="0" y="0"/>
          <a:chExt cx="0" cy="0"/>
        </a:xfrm>
      </p:grpSpPr>
      <p:sp>
        <p:nvSpPr>
          <p:cNvPr id="8" name="Rounded Rectangle 7">
            <a:extLst>
              <a:ext uri="{FF2B5EF4-FFF2-40B4-BE49-F238E27FC236}">
                <a16:creationId xmlns:a16="http://schemas.microsoft.com/office/drawing/2014/main" id="{948B297C-7C23-37B1-54C3-EAA535D2A444}"/>
              </a:ext>
            </a:extLst>
          </p:cNvPr>
          <p:cNvSpPr/>
          <p:nvPr/>
        </p:nvSpPr>
        <p:spPr>
          <a:xfrm>
            <a:off x="6094478" y="441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a:t>
            </a:r>
          </a:p>
        </p:txBody>
      </p:sp>
      <p:sp>
        <p:nvSpPr>
          <p:cNvPr id="9" name="Rounded Rectangle 8">
            <a:extLst>
              <a:ext uri="{FF2B5EF4-FFF2-40B4-BE49-F238E27FC236}">
                <a16:creationId xmlns:a16="http://schemas.microsoft.com/office/drawing/2014/main" id="{C841EEE1-D939-B10D-4F77-779382AD1F5D}"/>
              </a:ext>
            </a:extLst>
          </p:cNvPr>
          <p:cNvSpPr/>
          <p:nvPr/>
        </p:nvSpPr>
        <p:spPr>
          <a:xfrm>
            <a:off x="4515612" y="1203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a:t>
            </a:r>
          </a:p>
        </p:txBody>
      </p:sp>
      <p:sp>
        <p:nvSpPr>
          <p:cNvPr id="10" name="Rounded Rectangle 9">
            <a:extLst>
              <a:ext uri="{FF2B5EF4-FFF2-40B4-BE49-F238E27FC236}">
                <a16:creationId xmlns:a16="http://schemas.microsoft.com/office/drawing/2014/main" id="{C3709172-EEC0-4C2C-C8C8-9F31A408C9F0}"/>
              </a:ext>
            </a:extLst>
          </p:cNvPr>
          <p:cNvSpPr/>
          <p:nvPr/>
        </p:nvSpPr>
        <p:spPr>
          <a:xfrm>
            <a:off x="7674866" y="1203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a:t>
            </a:r>
          </a:p>
        </p:txBody>
      </p:sp>
      <p:sp>
        <p:nvSpPr>
          <p:cNvPr id="11" name="Rounded Rectangle 10">
            <a:extLst>
              <a:ext uri="{FF2B5EF4-FFF2-40B4-BE49-F238E27FC236}">
                <a16:creationId xmlns:a16="http://schemas.microsoft.com/office/drawing/2014/main" id="{E2D7FDF8-4A76-7026-D2F6-1DA7228AD761}"/>
              </a:ext>
            </a:extLst>
          </p:cNvPr>
          <p:cNvSpPr/>
          <p:nvPr/>
        </p:nvSpPr>
        <p:spPr>
          <a:xfrm>
            <a:off x="3640073"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2" name="Rounded Rectangle 11">
            <a:extLst>
              <a:ext uri="{FF2B5EF4-FFF2-40B4-BE49-F238E27FC236}">
                <a16:creationId xmlns:a16="http://schemas.microsoft.com/office/drawing/2014/main" id="{239DF973-5BC7-671F-2E41-24C5B6B4AA6A}"/>
              </a:ext>
            </a:extLst>
          </p:cNvPr>
          <p:cNvSpPr/>
          <p:nvPr/>
        </p:nvSpPr>
        <p:spPr>
          <a:xfrm>
            <a:off x="5219700"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3" name="Rounded Rectangle 12">
            <a:extLst>
              <a:ext uri="{FF2B5EF4-FFF2-40B4-BE49-F238E27FC236}">
                <a16:creationId xmlns:a16="http://schemas.microsoft.com/office/drawing/2014/main" id="{CEA63501-A950-F64E-654F-C5BAD184460A}"/>
              </a:ext>
            </a:extLst>
          </p:cNvPr>
          <p:cNvSpPr/>
          <p:nvPr/>
        </p:nvSpPr>
        <p:spPr>
          <a:xfrm>
            <a:off x="6970778"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4" name="Rounded Rectangle 13">
            <a:extLst>
              <a:ext uri="{FF2B5EF4-FFF2-40B4-BE49-F238E27FC236}">
                <a16:creationId xmlns:a16="http://schemas.microsoft.com/office/drawing/2014/main" id="{792B1484-E11C-0C94-EEA3-3CA0721B3E5C}"/>
              </a:ext>
            </a:extLst>
          </p:cNvPr>
          <p:cNvSpPr/>
          <p:nvPr/>
        </p:nvSpPr>
        <p:spPr>
          <a:xfrm>
            <a:off x="8369812"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5" name="Rounded Rectangle 14">
            <a:extLst>
              <a:ext uri="{FF2B5EF4-FFF2-40B4-BE49-F238E27FC236}">
                <a16:creationId xmlns:a16="http://schemas.microsoft.com/office/drawing/2014/main" id="{16827146-C310-9FBD-8502-BB7F1991EF1A}"/>
              </a:ext>
            </a:extLst>
          </p:cNvPr>
          <p:cNvSpPr/>
          <p:nvPr/>
        </p:nvSpPr>
        <p:spPr>
          <a:xfrm>
            <a:off x="1042416" y="4233672"/>
            <a:ext cx="1536192"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N/2^height</a:t>
            </a:r>
          </a:p>
        </p:txBody>
      </p:sp>
      <p:cxnSp>
        <p:nvCxnSpPr>
          <p:cNvPr id="17" name="Straight Arrow Connector 16">
            <a:extLst>
              <a:ext uri="{FF2B5EF4-FFF2-40B4-BE49-F238E27FC236}">
                <a16:creationId xmlns:a16="http://schemas.microsoft.com/office/drawing/2014/main" id="{334E1B02-01C3-DC81-EF49-436DC12D7DEC}"/>
              </a:ext>
            </a:extLst>
          </p:cNvPr>
          <p:cNvCxnSpPr>
            <a:stCxn id="9" idx="2"/>
            <a:endCxn id="11" idx="0"/>
          </p:cNvCxnSpPr>
          <p:nvPr/>
        </p:nvCxnSpPr>
        <p:spPr>
          <a:xfrm flipH="1">
            <a:off x="3992117" y="1697736"/>
            <a:ext cx="875539"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8" name="Straight Arrow Connector 17">
            <a:extLst>
              <a:ext uri="{FF2B5EF4-FFF2-40B4-BE49-F238E27FC236}">
                <a16:creationId xmlns:a16="http://schemas.microsoft.com/office/drawing/2014/main" id="{E8F33026-611D-B910-4426-E5FC161EDA1A}"/>
              </a:ext>
            </a:extLst>
          </p:cNvPr>
          <p:cNvCxnSpPr>
            <a:cxnSpLocks/>
            <a:stCxn id="9" idx="2"/>
            <a:endCxn id="12" idx="0"/>
          </p:cNvCxnSpPr>
          <p:nvPr/>
        </p:nvCxnSpPr>
        <p:spPr>
          <a:xfrm>
            <a:off x="4867656" y="1697736"/>
            <a:ext cx="704088"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1" name="Straight Arrow Connector 20">
            <a:extLst>
              <a:ext uri="{FF2B5EF4-FFF2-40B4-BE49-F238E27FC236}">
                <a16:creationId xmlns:a16="http://schemas.microsoft.com/office/drawing/2014/main" id="{42BF1ED8-A78E-AF28-45BD-0793240C3353}"/>
              </a:ext>
            </a:extLst>
          </p:cNvPr>
          <p:cNvCxnSpPr>
            <a:cxnSpLocks/>
            <a:endCxn id="10" idx="0"/>
          </p:cNvCxnSpPr>
          <p:nvPr/>
        </p:nvCxnSpPr>
        <p:spPr>
          <a:xfrm>
            <a:off x="6448044" y="935736"/>
            <a:ext cx="1578866" cy="268224"/>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3" name="Straight Arrow Connector 22">
            <a:extLst>
              <a:ext uri="{FF2B5EF4-FFF2-40B4-BE49-F238E27FC236}">
                <a16:creationId xmlns:a16="http://schemas.microsoft.com/office/drawing/2014/main" id="{BF935F87-89FA-31E9-AB7C-A6004AA72213}"/>
              </a:ext>
            </a:extLst>
          </p:cNvPr>
          <p:cNvCxnSpPr>
            <a:cxnSpLocks/>
          </p:cNvCxnSpPr>
          <p:nvPr/>
        </p:nvCxnSpPr>
        <p:spPr>
          <a:xfrm flipH="1">
            <a:off x="4867656" y="935736"/>
            <a:ext cx="1578866" cy="268224"/>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5" name="Straight Arrow Connector 24">
            <a:extLst>
              <a:ext uri="{FF2B5EF4-FFF2-40B4-BE49-F238E27FC236}">
                <a16:creationId xmlns:a16="http://schemas.microsoft.com/office/drawing/2014/main" id="{C51EF536-07EF-AE06-5D32-A2750B3C550B}"/>
              </a:ext>
            </a:extLst>
          </p:cNvPr>
          <p:cNvCxnSpPr>
            <a:cxnSpLocks/>
          </p:cNvCxnSpPr>
          <p:nvPr/>
        </p:nvCxnSpPr>
        <p:spPr>
          <a:xfrm>
            <a:off x="8017768" y="1697736"/>
            <a:ext cx="704088"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6" name="Straight Arrow Connector 25">
            <a:extLst>
              <a:ext uri="{FF2B5EF4-FFF2-40B4-BE49-F238E27FC236}">
                <a16:creationId xmlns:a16="http://schemas.microsoft.com/office/drawing/2014/main" id="{55024E87-BBDB-1446-EDF7-6A3EB1A3C633}"/>
              </a:ext>
            </a:extLst>
          </p:cNvPr>
          <p:cNvCxnSpPr>
            <a:cxnSpLocks/>
            <a:endCxn id="13" idx="0"/>
          </p:cNvCxnSpPr>
          <p:nvPr/>
        </p:nvCxnSpPr>
        <p:spPr>
          <a:xfrm flipH="1">
            <a:off x="7322822" y="1697736"/>
            <a:ext cx="694946"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8" name="Straight Arrow Connector 27">
            <a:extLst>
              <a:ext uri="{FF2B5EF4-FFF2-40B4-BE49-F238E27FC236}">
                <a16:creationId xmlns:a16="http://schemas.microsoft.com/office/drawing/2014/main" id="{75300E25-DD50-952D-25C7-DBB1457E93A9}"/>
              </a:ext>
            </a:extLst>
          </p:cNvPr>
          <p:cNvCxnSpPr>
            <a:cxnSpLocks/>
          </p:cNvCxnSpPr>
          <p:nvPr/>
        </p:nvCxnSpPr>
        <p:spPr>
          <a:xfrm flipH="1">
            <a:off x="1714119" y="3877056"/>
            <a:ext cx="389001" cy="33223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31" name="Straight Arrow Connector 30">
            <a:extLst>
              <a:ext uri="{FF2B5EF4-FFF2-40B4-BE49-F238E27FC236}">
                <a16:creationId xmlns:a16="http://schemas.microsoft.com/office/drawing/2014/main" id="{8D286BA2-85E1-D284-527E-49A80546B864}"/>
              </a:ext>
            </a:extLst>
          </p:cNvPr>
          <p:cNvCxnSpPr/>
          <p:nvPr/>
        </p:nvCxnSpPr>
        <p:spPr>
          <a:xfrm>
            <a:off x="10030968" y="1450848"/>
            <a:ext cx="0" cy="327660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32" name="TextBox 31">
            <a:extLst>
              <a:ext uri="{FF2B5EF4-FFF2-40B4-BE49-F238E27FC236}">
                <a16:creationId xmlns:a16="http://schemas.microsoft.com/office/drawing/2014/main" id="{F1F97AD4-02B5-DA16-C86F-8CFFF7C6B4A8}"/>
              </a:ext>
            </a:extLst>
          </p:cNvPr>
          <p:cNvSpPr txBox="1"/>
          <p:nvPr/>
        </p:nvSpPr>
        <p:spPr>
          <a:xfrm>
            <a:off x="905256" y="5577840"/>
            <a:ext cx="8584722" cy="954107"/>
          </a:xfrm>
          <a:prstGeom prst="rect">
            <a:avLst/>
          </a:prstGeom>
          <a:noFill/>
        </p:spPr>
        <p:txBody>
          <a:bodyPr wrap="none" rtlCol="0">
            <a:spAutoFit/>
          </a:bodyPr>
          <a:lstStyle/>
          <a:p>
            <a:r>
              <a:rPr lang="en-US" sz="2800" dirty="0">
                <a:solidFill>
                  <a:schemeClr val="accent2"/>
                </a:solidFill>
              </a:rPr>
              <a:t>How tall this tree will grow?</a:t>
            </a:r>
          </a:p>
          <a:p>
            <a:r>
              <a:rPr lang="en-US" sz="2800" dirty="0">
                <a:solidFill>
                  <a:schemeClr val="bg1"/>
                </a:solidFill>
              </a:rPr>
              <a:t>N times Height is the number of steps we would need…</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A8B5A73-B51E-8D20-A081-172DC19415A6}"/>
                  </a:ext>
                </a:extLst>
              </p:cNvPr>
              <p:cNvSpPr txBox="1"/>
              <p:nvPr/>
            </p:nvSpPr>
            <p:spPr>
              <a:xfrm>
                <a:off x="4602412" y="2810174"/>
                <a:ext cx="3826304" cy="2404954"/>
              </a:xfrm>
              <a:prstGeom prst="rect">
                <a:avLst/>
              </a:prstGeom>
              <a:noFill/>
              <a:ln>
                <a:solidFill>
                  <a:srgbClr val="FFC000"/>
                </a:solidFill>
              </a:ln>
            </p:spPr>
            <p:txBody>
              <a:bodyPr wrap="none" lIns="0" tIns="0" rIns="0" bIns="0" rtlCol="0">
                <a:spAutoFit/>
              </a:bodyPr>
              <a:lstStyle/>
              <a:p>
                <a:pPr algn="just"/>
                <a:r>
                  <a:rPr lang="en-US" sz="2400" b="0" dirty="0">
                    <a:solidFill>
                      <a:schemeClr val="accent2">
                        <a:lumMod val="20000"/>
                        <a:lumOff val="80000"/>
                      </a:schemeClr>
                    </a:solidFill>
                  </a:rPr>
                  <a:t>           </a:t>
                </a:r>
                <a14:m>
                  <m:oMath xmlns:m="http://schemas.openxmlformats.org/officeDocument/2006/math">
                    <m:f>
                      <m:fPr>
                        <m:ctrlPr>
                          <a:rPr lang="en-US" sz="2400" b="0" i="1" smtClean="0">
                            <a:solidFill>
                              <a:schemeClr val="accent2">
                                <a:lumMod val="20000"/>
                                <a:lumOff val="80000"/>
                              </a:schemeClr>
                            </a:solidFill>
                            <a:latin typeface="Cambria Math" panose="02040503050406030204" pitchFamily="18" charset="0"/>
                          </a:rPr>
                        </m:ctrlPr>
                      </m:fPr>
                      <m:num>
                        <m:r>
                          <a:rPr lang="en-US" sz="2400" b="0" i="1" smtClean="0">
                            <a:solidFill>
                              <a:schemeClr val="accent2">
                                <a:lumMod val="20000"/>
                                <a:lumOff val="80000"/>
                              </a:schemeClr>
                            </a:solidFill>
                            <a:latin typeface="Cambria Math" panose="02040503050406030204" pitchFamily="18" charset="0"/>
                          </a:rPr>
                          <m:t>𝑁</m:t>
                        </m:r>
                      </m:num>
                      <m:den>
                        <m:sSup>
                          <m:sSupPr>
                            <m:ctrlPr>
                              <a:rPr lang="en-US" sz="2400" b="0" i="1" smtClean="0">
                                <a:solidFill>
                                  <a:schemeClr val="accent2">
                                    <a:lumMod val="20000"/>
                                    <a:lumOff val="80000"/>
                                  </a:schemeClr>
                                </a:solidFill>
                                <a:latin typeface="Cambria Math" panose="02040503050406030204" pitchFamily="18" charset="0"/>
                              </a:rPr>
                            </m:ctrlPr>
                          </m:sSupPr>
                          <m:e>
                            <m:r>
                              <a:rPr lang="en-US" sz="2400" b="0" i="1" smtClean="0">
                                <a:solidFill>
                                  <a:schemeClr val="accent2">
                                    <a:lumMod val="20000"/>
                                    <a:lumOff val="80000"/>
                                  </a:schemeClr>
                                </a:solidFill>
                                <a:latin typeface="Cambria Math" panose="02040503050406030204" pitchFamily="18" charset="0"/>
                              </a:rPr>
                              <m:t>2</m:t>
                            </m:r>
                          </m:e>
                          <m:sup>
                            <m:r>
                              <a:rPr lang="en-US" sz="2400" b="0" i="1" smtClean="0">
                                <a:solidFill>
                                  <a:schemeClr val="accent2">
                                    <a:lumMod val="20000"/>
                                    <a:lumOff val="80000"/>
                                  </a:schemeClr>
                                </a:solidFill>
                                <a:latin typeface="Cambria Math" panose="02040503050406030204" pitchFamily="18" charset="0"/>
                              </a:rPr>
                              <m:t>h𝑒𝑖𝑔h𝑡</m:t>
                            </m:r>
                          </m:sup>
                        </m:sSup>
                      </m:den>
                    </m:f>
                    <m:r>
                      <a:rPr lang="en-US" sz="2400" b="0" i="1" smtClean="0">
                        <a:solidFill>
                          <a:schemeClr val="accent2">
                            <a:lumMod val="20000"/>
                            <a:lumOff val="80000"/>
                          </a:schemeClr>
                        </a:solidFill>
                        <a:latin typeface="Cambria Math" panose="02040503050406030204" pitchFamily="18" charset="0"/>
                      </a:rPr>
                      <m:t>=1</m:t>
                    </m:r>
                  </m:oMath>
                </a14:m>
                <a:endParaRPr lang="en-US" sz="2400" b="0" i="1" dirty="0">
                  <a:solidFill>
                    <a:schemeClr val="accent2">
                      <a:lumMod val="20000"/>
                      <a:lumOff val="80000"/>
                    </a:schemeClr>
                  </a:solidFill>
                  <a:latin typeface="Cambria Math" panose="02040503050406030204" pitchFamily="18" charset="0"/>
                </a:endParaRPr>
              </a:p>
              <a:p>
                <a:pPr algn="just"/>
                <a:r>
                  <a:rPr lang="en-US" sz="2400" b="0" dirty="0">
                    <a:solidFill>
                      <a:schemeClr val="accent2">
                        <a:lumMod val="20000"/>
                        <a:lumOff val="80000"/>
                      </a:schemeClr>
                    </a:solidFill>
                  </a:rPr>
                  <a:t>                    </a:t>
                </a:r>
                <a14:m>
                  <m:oMath xmlns:m="http://schemas.openxmlformats.org/officeDocument/2006/math">
                    <m:r>
                      <a:rPr lang="en-US" sz="2400" b="0" i="1" smtClean="0">
                        <a:solidFill>
                          <a:schemeClr val="accent2">
                            <a:lumMod val="20000"/>
                            <a:lumOff val="80000"/>
                          </a:schemeClr>
                        </a:solidFill>
                        <a:latin typeface="Cambria Math" panose="02040503050406030204" pitchFamily="18" charset="0"/>
                      </a:rPr>
                      <m:t>𝑁</m:t>
                    </m:r>
                    <m:r>
                      <a:rPr lang="en-US" sz="2400" b="0" i="1" smtClean="0">
                        <a:solidFill>
                          <a:schemeClr val="accent2">
                            <a:lumMod val="20000"/>
                            <a:lumOff val="80000"/>
                          </a:schemeClr>
                        </a:solidFill>
                        <a:latin typeface="Cambria Math" panose="02040503050406030204" pitchFamily="18" charset="0"/>
                      </a:rPr>
                      <m:t>=</m:t>
                    </m:r>
                    <m:sSup>
                      <m:sSupPr>
                        <m:ctrlPr>
                          <a:rPr lang="en-US" sz="2400" i="1">
                            <a:solidFill>
                              <a:schemeClr val="accent2">
                                <a:lumMod val="20000"/>
                                <a:lumOff val="80000"/>
                              </a:schemeClr>
                            </a:solidFill>
                            <a:latin typeface="Cambria Math" panose="02040503050406030204" pitchFamily="18" charset="0"/>
                          </a:rPr>
                        </m:ctrlPr>
                      </m:sSupPr>
                      <m:e>
                        <m:r>
                          <a:rPr lang="en-US" sz="2400" i="1">
                            <a:solidFill>
                              <a:schemeClr val="accent2">
                                <a:lumMod val="20000"/>
                                <a:lumOff val="80000"/>
                              </a:schemeClr>
                            </a:solidFill>
                            <a:latin typeface="Cambria Math" panose="02040503050406030204" pitchFamily="18" charset="0"/>
                          </a:rPr>
                          <m:t>2</m:t>
                        </m:r>
                      </m:e>
                      <m:sup>
                        <m:r>
                          <a:rPr lang="en-US" sz="2400" i="1">
                            <a:solidFill>
                              <a:schemeClr val="accent2">
                                <a:lumMod val="20000"/>
                                <a:lumOff val="80000"/>
                              </a:schemeClr>
                            </a:solidFill>
                            <a:latin typeface="Cambria Math" panose="02040503050406030204" pitchFamily="18" charset="0"/>
                          </a:rPr>
                          <m:t>h𝑒𝑖𝑔h𝑡</m:t>
                        </m:r>
                      </m:sup>
                    </m:sSup>
                  </m:oMath>
                </a14:m>
                <a:endParaRPr lang="en-US" sz="2400" dirty="0">
                  <a:solidFill>
                    <a:schemeClr val="accent2">
                      <a:lumMod val="20000"/>
                      <a:lumOff val="80000"/>
                    </a:schemeClr>
                  </a:solidFill>
                </a:endParaRPr>
              </a:p>
              <a:p>
                <a:pPr algn="just"/>
                <a14:m>
                  <m:oMathPara xmlns:m="http://schemas.openxmlformats.org/officeDocument/2006/math">
                    <m:oMathParaPr>
                      <m:jc m:val="centerGroup"/>
                    </m:oMathParaPr>
                    <m:oMath xmlns:m="http://schemas.openxmlformats.org/officeDocument/2006/math">
                      <m:r>
                        <a:rPr lang="en-US" sz="2400" b="0" i="1" smtClean="0">
                          <a:solidFill>
                            <a:schemeClr val="accent2">
                              <a:lumMod val="20000"/>
                              <a:lumOff val="80000"/>
                            </a:schemeClr>
                          </a:solidFill>
                          <a:latin typeface="Cambria Math" panose="02040503050406030204" pitchFamily="18" charset="0"/>
                        </a:rPr>
                        <m:t>   </m:t>
                      </m:r>
                      <m:r>
                        <a:rPr lang="en-US" sz="2400" b="0" i="1" smtClean="0">
                          <a:solidFill>
                            <a:schemeClr val="accent2">
                              <a:lumMod val="20000"/>
                              <a:lumOff val="80000"/>
                            </a:schemeClr>
                          </a:solidFill>
                          <a:latin typeface="Cambria Math" panose="02040503050406030204" pitchFamily="18" charset="0"/>
                        </a:rPr>
                        <m:t>𝑁</m:t>
                      </m:r>
                      <m:r>
                        <a:rPr lang="en-US" sz="2400" b="0" i="1" smtClean="0">
                          <a:solidFill>
                            <a:schemeClr val="accent2">
                              <a:lumMod val="20000"/>
                              <a:lumOff val="80000"/>
                            </a:schemeClr>
                          </a:solidFill>
                          <a:latin typeface="Cambria Math" panose="02040503050406030204" pitchFamily="18" charset="0"/>
                        </a:rPr>
                        <m:t>=</m:t>
                      </m:r>
                      <m:sSup>
                        <m:sSupPr>
                          <m:ctrlPr>
                            <a:rPr lang="en-US" sz="2400" i="1">
                              <a:solidFill>
                                <a:schemeClr val="accent2">
                                  <a:lumMod val="20000"/>
                                  <a:lumOff val="80000"/>
                                </a:schemeClr>
                              </a:solidFill>
                              <a:latin typeface="Cambria Math" panose="02040503050406030204" pitchFamily="18" charset="0"/>
                            </a:rPr>
                          </m:ctrlPr>
                        </m:sSupPr>
                        <m:e>
                          <m:r>
                            <a:rPr lang="en-US" sz="2400" i="1">
                              <a:solidFill>
                                <a:schemeClr val="accent2">
                                  <a:lumMod val="20000"/>
                                  <a:lumOff val="80000"/>
                                </a:schemeClr>
                              </a:solidFill>
                              <a:latin typeface="Cambria Math" panose="02040503050406030204" pitchFamily="18" charset="0"/>
                            </a:rPr>
                            <m:t>2</m:t>
                          </m:r>
                        </m:e>
                        <m:sup>
                          <m:r>
                            <a:rPr lang="en-US" sz="2400" i="1">
                              <a:solidFill>
                                <a:schemeClr val="accent2">
                                  <a:lumMod val="20000"/>
                                  <a:lumOff val="80000"/>
                                </a:schemeClr>
                              </a:solidFill>
                              <a:latin typeface="Cambria Math" panose="02040503050406030204" pitchFamily="18" charset="0"/>
                            </a:rPr>
                            <m:t>h𝑒𝑖𝑔h𝑡</m:t>
                          </m:r>
                        </m:sup>
                      </m:sSup>
                    </m:oMath>
                  </m:oMathPara>
                </a14:m>
                <a:endParaRPr lang="en-US" sz="2400" i="1" dirty="0">
                  <a:solidFill>
                    <a:schemeClr val="accent2">
                      <a:lumMod val="20000"/>
                      <a:lumOff val="80000"/>
                    </a:schemeClr>
                  </a:solidFill>
                  <a:latin typeface="Cambria Math" panose="02040503050406030204" pitchFamily="18" charset="0"/>
                </a:endParaRPr>
              </a:p>
              <a:p>
                <a:pPr lvl="1" algn="just"/>
                <a14:m>
                  <m:oMathPara xmlns:m="http://schemas.openxmlformats.org/officeDocument/2006/math">
                    <m:oMathParaPr>
                      <m:jc m:val="centerGroup"/>
                    </m:oMathParaPr>
                    <m:oMath xmlns:m="http://schemas.openxmlformats.org/officeDocument/2006/math">
                      <m:func>
                        <m:funcPr>
                          <m:ctrlPr>
                            <a:rPr lang="en-US" sz="2400" b="0" i="1" smtClean="0">
                              <a:solidFill>
                                <a:schemeClr val="accent2">
                                  <a:lumMod val="20000"/>
                                  <a:lumOff val="80000"/>
                                </a:schemeClr>
                              </a:solidFill>
                              <a:latin typeface="Cambria Math" panose="02040503050406030204" pitchFamily="18" charset="0"/>
                            </a:rPr>
                          </m:ctrlPr>
                        </m:funcPr>
                        <m:fName>
                          <m:sSub>
                            <m:sSubPr>
                              <m:ctrlPr>
                                <a:rPr lang="en-US" sz="2400" b="0" i="1" smtClean="0">
                                  <a:solidFill>
                                    <a:schemeClr val="accent2">
                                      <a:lumMod val="20000"/>
                                      <a:lumOff val="80000"/>
                                    </a:schemeClr>
                                  </a:solidFill>
                                  <a:latin typeface="Cambria Math" panose="02040503050406030204" pitchFamily="18" charset="0"/>
                                </a:rPr>
                              </m:ctrlPr>
                            </m:sSubPr>
                            <m:e>
                              <m:r>
                                <m:rPr>
                                  <m:sty m:val="p"/>
                                </m:rPr>
                                <a:rPr lang="en-US" sz="2400" b="0" i="0" smtClean="0">
                                  <a:solidFill>
                                    <a:schemeClr val="accent2">
                                      <a:lumMod val="20000"/>
                                      <a:lumOff val="80000"/>
                                    </a:schemeClr>
                                  </a:solidFill>
                                  <a:latin typeface="Cambria Math" panose="02040503050406030204" pitchFamily="18" charset="0"/>
                                </a:rPr>
                                <m:t>log</m:t>
                              </m:r>
                            </m:e>
                            <m:sub>
                              <m:r>
                                <a:rPr lang="en-US" sz="2400" b="0" i="1" smtClean="0">
                                  <a:solidFill>
                                    <a:schemeClr val="accent2">
                                      <a:lumMod val="20000"/>
                                      <a:lumOff val="80000"/>
                                    </a:schemeClr>
                                  </a:solidFill>
                                  <a:latin typeface="Cambria Math" panose="02040503050406030204" pitchFamily="18" charset="0"/>
                                </a:rPr>
                                <m:t>2</m:t>
                              </m:r>
                            </m:sub>
                          </m:sSub>
                        </m:fName>
                        <m:e>
                          <m:r>
                            <a:rPr lang="en-US" sz="2400" b="0" i="1" smtClean="0">
                              <a:solidFill>
                                <a:schemeClr val="accent2">
                                  <a:lumMod val="20000"/>
                                  <a:lumOff val="80000"/>
                                </a:schemeClr>
                              </a:solidFill>
                              <a:latin typeface="Cambria Math" panose="02040503050406030204" pitchFamily="18" charset="0"/>
                            </a:rPr>
                            <m:t>(</m:t>
                          </m:r>
                          <m:r>
                            <a:rPr lang="en-US" sz="2400" b="0" i="1" smtClean="0">
                              <a:solidFill>
                                <a:schemeClr val="accent2">
                                  <a:lumMod val="20000"/>
                                  <a:lumOff val="80000"/>
                                </a:schemeClr>
                              </a:solidFill>
                              <a:latin typeface="Cambria Math" panose="02040503050406030204" pitchFamily="18" charset="0"/>
                            </a:rPr>
                            <m:t>𝑁</m:t>
                          </m:r>
                          <m:r>
                            <a:rPr lang="en-US" sz="2400" b="0" i="1" smtClean="0">
                              <a:solidFill>
                                <a:schemeClr val="accent2">
                                  <a:lumMod val="20000"/>
                                  <a:lumOff val="80000"/>
                                </a:schemeClr>
                              </a:solidFill>
                              <a:latin typeface="Cambria Math" panose="02040503050406030204" pitchFamily="18" charset="0"/>
                            </a:rPr>
                            <m:t>)</m:t>
                          </m:r>
                        </m:e>
                      </m:func>
                      <m:r>
                        <a:rPr lang="en-US" sz="2400" b="0" i="1" smtClean="0">
                          <a:solidFill>
                            <a:schemeClr val="accent2">
                              <a:lumMod val="20000"/>
                              <a:lumOff val="80000"/>
                            </a:schemeClr>
                          </a:solidFill>
                          <a:latin typeface="Cambria Math" panose="02040503050406030204" pitchFamily="18" charset="0"/>
                        </a:rPr>
                        <m:t>=</m:t>
                      </m:r>
                      <m:sSup>
                        <m:sSupPr>
                          <m:ctrlPr>
                            <a:rPr lang="en-US" sz="2400" i="1">
                              <a:solidFill>
                                <a:schemeClr val="accent2">
                                  <a:lumMod val="20000"/>
                                  <a:lumOff val="80000"/>
                                </a:schemeClr>
                              </a:solidFill>
                              <a:latin typeface="Cambria Math" panose="02040503050406030204" pitchFamily="18" charset="0"/>
                            </a:rPr>
                          </m:ctrlPr>
                        </m:sSupPr>
                        <m:e>
                          <m:sSub>
                            <m:sSubPr>
                              <m:ctrlPr>
                                <a:rPr lang="en-US" sz="2400" i="1">
                                  <a:solidFill>
                                    <a:schemeClr val="accent2">
                                      <a:lumMod val="20000"/>
                                      <a:lumOff val="80000"/>
                                    </a:schemeClr>
                                  </a:solidFill>
                                  <a:latin typeface="Cambria Math" panose="02040503050406030204" pitchFamily="18" charset="0"/>
                                </a:rPr>
                              </m:ctrlPr>
                            </m:sSubPr>
                            <m:e>
                              <m:r>
                                <m:rPr>
                                  <m:sty m:val="p"/>
                                </m:rPr>
                                <a:rPr lang="en-US" sz="2400">
                                  <a:solidFill>
                                    <a:schemeClr val="accent2">
                                      <a:lumMod val="20000"/>
                                      <a:lumOff val="80000"/>
                                    </a:schemeClr>
                                  </a:solidFill>
                                  <a:latin typeface="Cambria Math" panose="02040503050406030204" pitchFamily="18" charset="0"/>
                                </a:rPr>
                                <m:t>log</m:t>
                              </m:r>
                            </m:e>
                            <m:sub>
                              <m:r>
                                <a:rPr lang="en-US" sz="2400" i="1">
                                  <a:solidFill>
                                    <a:schemeClr val="accent2">
                                      <a:lumMod val="20000"/>
                                      <a:lumOff val="80000"/>
                                    </a:schemeClr>
                                  </a:solidFill>
                                  <a:latin typeface="Cambria Math" panose="02040503050406030204" pitchFamily="18" charset="0"/>
                                </a:rPr>
                                <m:t>2</m:t>
                              </m:r>
                            </m:sub>
                          </m:sSub>
                          <m:r>
                            <a:rPr lang="en-US" sz="2400" b="0" i="1" smtClean="0">
                              <a:solidFill>
                                <a:schemeClr val="accent2">
                                  <a:lumMod val="20000"/>
                                  <a:lumOff val="80000"/>
                                </a:schemeClr>
                              </a:solidFill>
                              <a:latin typeface="Cambria Math" panose="02040503050406030204" pitchFamily="18" charset="0"/>
                            </a:rPr>
                            <m:t>(</m:t>
                          </m:r>
                          <m:r>
                            <a:rPr lang="en-US" sz="2400" i="1">
                              <a:solidFill>
                                <a:schemeClr val="accent2">
                                  <a:lumMod val="20000"/>
                                  <a:lumOff val="80000"/>
                                </a:schemeClr>
                              </a:solidFill>
                              <a:latin typeface="Cambria Math" panose="02040503050406030204" pitchFamily="18" charset="0"/>
                            </a:rPr>
                            <m:t>2</m:t>
                          </m:r>
                        </m:e>
                        <m:sup>
                          <m:r>
                            <a:rPr lang="en-US" sz="2400" i="1">
                              <a:solidFill>
                                <a:schemeClr val="accent2">
                                  <a:lumMod val="20000"/>
                                  <a:lumOff val="80000"/>
                                </a:schemeClr>
                              </a:solidFill>
                              <a:latin typeface="Cambria Math" panose="02040503050406030204" pitchFamily="18" charset="0"/>
                            </a:rPr>
                            <m:t>h𝑒𝑖𝑔h𝑡</m:t>
                          </m:r>
                        </m:sup>
                      </m:sSup>
                      <m:r>
                        <a:rPr lang="en-US" sz="2400" b="0" i="1" smtClean="0">
                          <a:solidFill>
                            <a:schemeClr val="accent2">
                              <a:lumMod val="20000"/>
                              <a:lumOff val="80000"/>
                            </a:schemeClr>
                          </a:solidFill>
                          <a:latin typeface="Cambria Math" panose="02040503050406030204" pitchFamily="18" charset="0"/>
                        </a:rPr>
                        <m:t>)</m:t>
                      </m:r>
                    </m:oMath>
                  </m:oMathPara>
                </a14:m>
                <a:endParaRPr lang="en-US" sz="2400" b="0" dirty="0">
                  <a:solidFill>
                    <a:schemeClr val="accent2">
                      <a:lumMod val="20000"/>
                      <a:lumOff val="80000"/>
                    </a:schemeClr>
                  </a:solidFill>
                </a:endParaRPr>
              </a:p>
              <a:p>
                <a:pPr lvl="1" algn="just"/>
                <a14:m>
                  <m:oMath xmlns:m="http://schemas.openxmlformats.org/officeDocument/2006/math">
                    <m:func>
                      <m:funcPr>
                        <m:ctrlPr>
                          <a:rPr lang="en-US" sz="2400" b="0" i="1" smtClean="0">
                            <a:solidFill>
                              <a:schemeClr val="accent2">
                                <a:lumMod val="20000"/>
                                <a:lumOff val="80000"/>
                              </a:schemeClr>
                            </a:solidFill>
                            <a:latin typeface="Cambria Math" panose="02040503050406030204" pitchFamily="18" charset="0"/>
                          </a:rPr>
                        </m:ctrlPr>
                      </m:funcPr>
                      <m:fName>
                        <m:sSub>
                          <m:sSubPr>
                            <m:ctrlPr>
                              <a:rPr lang="en-US" sz="2400" b="0" i="1" smtClean="0">
                                <a:solidFill>
                                  <a:schemeClr val="accent2">
                                    <a:lumMod val="20000"/>
                                    <a:lumOff val="80000"/>
                                  </a:schemeClr>
                                </a:solidFill>
                                <a:latin typeface="Cambria Math" panose="02040503050406030204" pitchFamily="18" charset="0"/>
                              </a:rPr>
                            </m:ctrlPr>
                          </m:sSubPr>
                          <m:e>
                            <m:r>
                              <m:rPr>
                                <m:sty m:val="p"/>
                              </m:rPr>
                              <a:rPr lang="en-US" sz="2400" b="0" i="0" smtClean="0">
                                <a:solidFill>
                                  <a:schemeClr val="accent2">
                                    <a:lumMod val="20000"/>
                                    <a:lumOff val="80000"/>
                                  </a:schemeClr>
                                </a:solidFill>
                                <a:latin typeface="Cambria Math" panose="02040503050406030204" pitchFamily="18" charset="0"/>
                              </a:rPr>
                              <m:t>log</m:t>
                            </m:r>
                          </m:e>
                          <m:sub>
                            <m:r>
                              <a:rPr lang="en-US" sz="2400" b="0" i="1" smtClean="0">
                                <a:solidFill>
                                  <a:schemeClr val="accent2">
                                    <a:lumMod val="20000"/>
                                    <a:lumOff val="80000"/>
                                  </a:schemeClr>
                                </a:solidFill>
                                <a:latin typeface="Cambria Math" panose="02040503050406030204" pitchFamily="18" charset="0"/>
                              </a:rPr>
                              <m:t>2</m:t>
                            </m:r>
                          </m:sub>
                        </m:sSub>
                      </m:fName>
                      <m:e>
                        <m:r>
                          <a:rPr lang="en-US" sz="2400" b="0" i="1" smtClean="0">
                            <a:solidFill>
                              <a:schemeClr val="accent2">
                                <a:lumMod val="20000"/>
                                <a:lumOff val="80000"/>
                              </a:schemeClr>
                            </a:solidFill>
                            <a:latin typeface="Cambria Math" panose="02040503050406030204" pitchFamily="18" charset="0"/>
                          </a:rPr>
                          <m:t>(</m:t>
                        </m:r>
                        <m:r>
                          <a:rPr lang="en-US" sz="2400" b="0" i="1" smtClean="0">
                            <a:solidFill>
                              <a:schemeClr val="accent2">
                                <a:lumMod val="20000"/>
                                <a:lumOff val="80000"/>
                              </a:schemeClr>
                            </a:solidFill>
                            <a:latin typeface="Cambria Math" panose="02040503050406030204" pitchFamily="18" charset="0"/>
                          </a:rPr>
                          <m:t>𝑁</m:t>
                        </m:r>
                        <m:r>
                          <a:rPr lang="en-US" sz="2400" b="0" i="1" smtClean="0">
                            <a:solidFill>
                              <a:schemeClr val="accent2">
                                <a:lumMod val="20000"/>
                                <a:lumOff val="80000"/>
                              </a:schemeClr>
                            </a:solidFill>
                            <a:latin typeface="Cambria Math" panose="02040503050406030204" pitchFamily="18" charset="0"/>
                          </a:rPr>
                          <m:t>)</m:t>
                        </m:r>
                      </m:e>
                    </m:func>
                    <m:r>
                      <a:rPr lang="en-US" sz="2400" b="0" i="1" smtClean="0">
                        <a:solidFill>
                          <a:schemeClr val="accent2">
                            <a:lumMod val="20000"/>
                            <a:lumOff val="80000"/>
                          </a:schemeClr>
                        </a:solidFill>
                        <a:latin typeface="Cambria Math" panose="02040503050406030204" pitchFamily="18" charset="0"/>
                      </a:rPr>
                      <m:t>=</m:t>
                    </m:r>
                    <m:r>
                      <a:rPr lang="en-US" sz="2400" b="0" i="1" smtClean="0">
                        <a:solidFill>
                          <a:schemeClr val="accent2">
                            <a:lumMod val="20000"/>
                            <a:lumOff val="80000"/>
                          </a:schemeClr>
                        </a:solidFill>
                        <a:latin typeface="Cambria Math" panose="02040503050406030204" pitchFamily="18" charset="0"/>
                      </a:rPr>
                      <m:t>h𝑒𝑖𝑔h𝑡</m:t>
                    </m:r>
                    <m:sSub>
                      <m:sSubPr>
                        <m:ctrlPr>
                          <a:rPr lang="en-US" sz="2400" i="1">
                            <a:solidFill>
                              <a:schemeClr val="accent2">
                                <a:lumMod val="20000"/>
                                <a:lumOff val="80000"/>
                              </a:schemeClr>
                            </a:solidFill>
                            <a:latin typeface="Cambria Math" panose="02040503050406030204" pitchFamily="18" charset="0"/>
                          </a:rPr>
                        </m:ctrlPr>
                      </m:sSubPr>
                      <m:e>
                        <m:r>
                          <a:rPr lang="en-US" sz="2400" b="0" i="0" smtClean="0">
                            <a:solidFill>
                              <a:schemeClr val="accent2">
                                <a:lumMod val="20000"/>
                                <a:lumOff val="80000"/>
                              </a:schemeClr>
                            </a:solidFill>
                            <a:latin typeface="Cambria Math" panose="02040503050406030204" pitchFamily="18" charset="0"/>
                          </a:rPr>
                          <m:t>.</m:t>
                        </m:r>
                        <m:r>
                          <m:rPr>
                            <m:sty m:val="p"/>
                          </m:rPr>
                          <a:rPr lang="en-US" sz="2400">
                            <a:solidFill>
                              <a:schemeClr val="accent2">
                                <a:lumMod val="20000"/>
                                <a:lumOff val="80000"/>
                              </a:schemeClr>
                            </a:solidFill>
                            <a:latin typeface="Cambria Math" panose="02040503050406030204" pitchFamily="18" charset="0"/>
                          </a:rPr>
                          <m:t>log</m:t>
                        </m:r>
                      </m:e>
                      <m:sub>
                        <m:r>
                          <a:rPr lang="en-US" sz="2400" i="1">
                            <a:solidFill>
                              <a:schemeClr val="accent2">
                                <a:lumMod val="20000"/>
                                <a:lumOff val="80000"/>
                              </a:schemeClr>
                            </a:solidFill>
                            <a:latin typeface="Cambria Math" panose="02040503050406030204" pitchFamily="18" charset="0"/>
                          </a:rPr>
                          <m:t>2</m:t>
                        </m:r>
                      </m:sub>
                    </m:sSub>
                  </m:oMath>
                </a14:m>
                <a:r>
                  <a:rPr lang="en-US" sz="2400" b="0" dirty="0">
                    <a:solidFill>
                      <a:schemeClr val="accent2">
                        <a:lumMod val="20000"/>
                        <a:lumOff val="80000"/>
                      </a:schemeClr>
                    </a:solidFill>
                  </a:rPr>
                  <a:t>(2)</a:t>
                </a:r>
              </a:p>
              <a:p>
                <a:pPr lvl="1" algn="just"/>
                <a14:m>
                  <m:oMathPara xmlns:m="http://schemas.openxmlformats.org/officeDocument/2006/math">
                    <m:oMathParaPr>
                      <m:jc m:val="centerGroup"/>
                    </m:oMathParaPr>
                    <m:oMath xmlns:m="http://schemas.openxmlformats.org/officeDocument/2006/math">
                      <m:func>
                        <m:funcPr>
                          <m:ctrlPr>
                            <a:rPr lang="en-US" sz="2400" b="0" i="1" smtClean="0">
                              <a:solidFill>
                                <a:schemeClr val="accent2">
                                  <a:lumMod val="20000"/>
                                  <a:lumOff val="80000"/>
                                </a:schemeClr>
                              </a:solidFill>
                              <a:latin typeface="Cambria Math" panose="02040503050406030204" pitchFamily="18" charset="0"/>
                            </a:rPr>
                          </m:ctrlPr>
                        </m:funcPr>
                        <m:fName>
                          <m:sSub>
                            <m:sSubPr>
                              <m:ctrlPr>
                                <a:rPr lang="en-US" sz="2400" b="0" i="1" smtClean="0">
                                  <a:solidFill>
                                    <a:schemeClr val="accent2">
                                      <a:lumMod val="20000"/>
                                      <a:lumOff val="80000"/>
                                    </a:schemeClr>
                                  </a:solidFill>
                                  <a:latin typeface="Cambria Math" panose="02040503050406030204" pitchFamily="18" charset="0"/>
                                </a:rPr>
                              </m:ctrlPr>
                            </m:sSubPr>
                            <m:e>
                              <m:r>
                                <m:rPr>
                                  <m:sty m:val="p"/>
                                </m:rPr>
                                <a:rPr lang="en-US" sz="2400" b="0" i="0" smtClean="0">
                                  <a:solidFill>
                                    <a:schemeClr val="accent2">
                                      <a:lumMod val="20000"/>
                                      <a:lumOff val="80000"/>
                                    </a:schemeClr>
                                  </a:solidFill>
                                  <a:latin typeface="Cambria Math" panose="02040503050406030204" pitchFamily="18" charset="0"/>
                                </a:rPr>
                                <m:t>log</m:t>
                              </m:r>
                            </m:e>
                            <m:sub>
                              <m:r>
                                <a:rPr lang="en-US" sz="2400" b="0" i="1" smtClean="0">
                                  <a:solidFill>
                                    <a:schemeClr val="accent2">
                                      <a:lumMod val="20000"/>
                                      <a:lumOff val="80000"/>
                                    </a:schemeClr>
                                  </a:solidFill>
                                  <a:latin typeface="Cambria Math" panose="02040503050406030204" pitchFamily="18" charset="0"/>
                                </a:rPr>
                                <m:t>2</m:t>
                              </m:r>
                            </m:sub>
                          </m:sSub>
                        </m:fName>
                        <m:e>
                          <m:r>
                            <a:rPr lang="en-US" sz="2400" b="0" i="1" smtClean="0">
                              <a:solidFill>
                                <a:schemeClr val="accent2">
                                  <a:lumMod val="20000"/>
                                  <a:lumOff val="80000"/>
                                </a:schemeClr>
                              </a:solidFill>
                              <a:latin typeface="Cambria Math" panose="02040503050406030204" pitchFamily="18" charset="0"/>
                            </a:rPr>
                            <m:t>(</m:t>
                          </m:r>
                          <m:r>
                            <a:rPr lang="en-US" sz="2400" b="0" i="1" smtClean="0">
                              <a:solidFill>
                                <a:schemeClr val="accent2">
                                  <a:lumMod val="20000"/>
                                  <a:lumOff val="80000"/>
                                </a:schemeClr>
                              </a:solidFill>
                              <a:latin typeface="Cambria Math" panose="02040503050406030204" pitchFamily="18" charset="0"/>
                            </a:rPr>
                            <m:t>𝑁</m:t>
                          </m:r>
                          <m:r>
                            <a:rPr lang="en-US" sz="2400" b="0" i="1" smtClean="0">
                              <a:solidFill>
                                <a:schemeClr val="accent2">
                                  <a:lumMod val="20000"/>
                                  <a:lumOff val="80000"/>
                                </a:schemeClr>
                              </a:solidFill>
                              <a:latin typeface="Cambria Math" panose="02040503050406030204" pitchFamily="18" charset="0"/>
                            </a:rPr>
                            <m:t>)</m:t>
                          </m:r>
                        </m:e>
                      </m:func>
                      <m:r>
                        <a:rPr lang="en-US" sz="2400" b="0" i="1" smtClean="0">
                          <a:solidFill>
                            <a:schemeClr val="accent2">
                              <a:lumMod val="20000"/>
                              <a:lumOff val="80000"/>
                            </a:schemeClr>
                          </a:solidFill>
                          <a:latin typeface="Cambria Math" panose="02040503050406030204" pitchFamily="18" charset="0"/>
                        </a:rPr>
                        <m:t>=</m:t>
                      </m:r>
                      <m:r>
                        <a:rPr lang="en-US" sz="2400" b="0" i="1" smtClean="0">
                          <a:solidFill>
                            <a:schemeClr val="accent2">
                              <a:lumMod val="20000"/>
                              <a:lumOff val="80000"/>
                            </a:schemeClr>
                          </a:solidFill>
                          <a:latin typeface="Cambria Math" panose="02040503050406030204" pitchFamily="18" charset="0"/>
                        </a:rPr>
                        <m:t>h𝑒𝑖𝑔h𝑡</m:t>
                      </m:r>
                      <m:r>
                        <a:rPr lang="en-US" sz="2400" b="0" i="1" smtClean="0">
                          <a:solidFill>
                            <a:schemeClr val="accent2">
                              <a:lumMod val="20000"/>
                              <a:lumOff val="80000"/>
                            </a:schemeClr>
                          </a:solidFill>
                          <a:latin typeface="Cambria Math" panose="02040503050406030204" pitchFamily="18" charset="0"/>
                        </a:rPr>
                        <m:t>  </m:t>
                      </m:r>
                    </m:oMath>
                  </m:oMathPara>
                </a14:m>
                <a:endParaRPr lang="en-US" sz="2400" b="0" dirty="0">
                  <a:solidFill>
                    <a:schemeClr val="accent2">
                      <a:lumMod val="20000"/>
                      <a:lumOff val="80000"/>
                    </a:schemeClr>
                  </a:solidFill>
                </a:endParaRPr>
              </a:p>
            </p:txBody>
          </p:sp>
        </mc:Choice>
        <mc:Fallback xmlns="">
          <p:sp>
            <p:nvSpPr>
              <p:cNvPr id="2" name="TextBox 1">
                <a:extLst>
                  <a:ext uri="{FF2B5EF4-FFF2-40B4-BE49-F238E27FC236}">
                    <a16:creationId xmlns:a16="http://schemas.microsoft.com/office/drawing/2014/main" id="{EA8B5A73-B51E-8D20-A081-172DC19415A6}"/>
                  </a:ext>
                </a:extLst>
              </p:cNvPr>
              <p:cNvSpPr txBox="1">
                <a:spLocks noRot="1" noChangeAspect="1" noMove="1" noResize="1" noEditPoints="1" noAdjustHandles="1" noChangeArrowheads="1" noChangeShapeType="1" noTextEdit="1"/>
              </p:cNvSpPr>
              <p:nvPr/>
            </p:nvSpPr>
            <p:spPr>
              <a:xfrm>
                <a:off x="4602412" y="2810174"/>
                <a:ext cx="3826304" cy="2404954"/>
              </a:xfrm>
              <a:prstGeom prst="rect">
                <a:avLst/>
              </a:prstGeom>
              <a:blipFill>
                <a:blip r:embed="rId2"/>
                <a:stretch>
                  <a:fillRect r="-3618" b="-4688"/>
                </a:stretch>
              </a:blipFill>
              <a:ln>
                <a:solidFill>
                  <a:srgbClr val="FFC000"/>
                </a:solidFill>
              </a:ln>
            </p:spPr>
            <p:txBody>
              <a:bodyPr/>
              <a:lstStyle/>
              <a:p>
                <a:r>
                  <a:rPr lang="en-US">
                    <a:noFill/>
                  </a:rPr>
                  <a:t> </a:t>
                </a:r>
              </a:p>
            </p:txBody>
          </p:sp>
        </mc:Fallback>
      </mc:AlternateContent>
    </p:spTree>
    <p:extLst>
      <p:ext uri="{BB962C8B-B14F-4D97-AF65-F5344CB8AC3E}">
        <p14:creationId xmlns:p14="http://schemas.microsoft.com/office/powerpoint/2010/main" val="33595277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A082D0B2-7856-189B-A602-EAD28874762E}"/>
            </a:ext>
          </a:extLst>
        </p:cNvPr>
        <p:cNvGrpSpPr/>
        <p:nvPr/>
      </p:nvGrpSpPr>
      <p:grpSpPr>
        <a:xfrm>
          <a:off x="0" y="0"/>
          <a:ext cx="0" cy="0"/>
          <a:chOff x="0" y="0"/>
          <a:chExt cx="0" cy="0"/>
        </a:xfrm>
      </p:grpSpPr>
      <p:sp>
        <p:nvSpPr>
          <p:cNvPr id="8" name="Rounded Rectangle 7">
            <a:extLst>
              <a:ext uri="{FF2B5EF4-FFF2-40B4-BE49-F238E27FC236}">
                <a16:creationId xmlns:a16="http://schemas.microsoft.com/office/drawing/2014/main" id="{C350CC23-D3F8-3A9F-3CB7-2DCFF6385C77}"/>
              </a:ext>
            </a:extLst>
          </p:cNvPr>
          <p:cNvSpPr/>
          <p:nvPr/>
        </p:nvSpPr>
        <p:spPr>
          <a:xfrm>
            <a:off x="6094478" y="441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a:t>
            </a:r>
          </a:p>
        </p:txBody>
      </p:sp>
      <p:sp>
        <p:nvSpPr>
          <p:cNvPr id="9" name="Rounded Rectangle 8">
            <a:extLst>
              <a:ext uri="{FF2B5EF4-FFF2-40B4-BE49-F238E27FC236}">
                <a16:creationId xmlns:a16="http://schemas.microsoft.com/office/drawing/2014/main" id="{927D4FD3-A2A0-874E-7551-A023D64BD811}"/>
              </a:ext>
            </a:extLst>
          </p:cNvPr>
          <p:cNvSpPr/>
          <p:nvPr/>
        </p:nvSpPr>
        <p:spPr>
          <a:xfrm>
            <a:off x="4515612" y="1203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a:t>
            </a:r>
          </a:p>
        </p:txBody>
      </p:sp>
      <p:sp>
        <p:nvSpPr>
          <p:cNvPr id="10" name="Rounded Rectangle 9">
            <a:extLst>
              <a:ext uri="{FF2B5EF4-FFF2-40B4-BE49-F238E27FC236}">
                <a16:creationId xmlns:a16="http://schemas.microsoft.com/office/drawing/2014/main" id="{52B20BF2-0487-5E18-27A2-699929F9D6A9}"/>
              </a:ext>
            </a:extLst>
          </p:cNvPr>
          <p:cNvSpPr/>
          <p:nvPr/>
        </p:nvSpPr>
        <p:spPr>
          <a:xfrm>
            <a:off x="7674866" y="1203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a:t>
            </a:r>
          </a:p>
        </p:txBody>
      </p:sp>
      <p:sp>
        <p:nvSpPr>
          <p:cNvPr id="11" name="Rounded Rectangle 10">
            <a:extLst>
              <a:ext uri="{FF2B5EF4-FFF2-40B4-BE49-F238E27FC236}">
                <a16:creationId xmlns:a16="http://schemas.microsoft.com/office/drawing/2014/main" id="{CAB95327-2D6A-9F2B-1CC4-F747FC73EC13}"/>
              </a:ext>
            </a:extLst>
          </p:cNvPr>
          <p:cNvSpPr/>
          <p:nvPr/>
        </p:nvSpPr>
        <p:spPr>
          <a:xfrm>
            <a:off x="3640073"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2" name="Rounded Rectangle 11">
            <a:extLst>
              <a:ext uri="{FF2B5EF4-FFF2-40B4-BE49-F238E27FC236}">
                <a16:creationId xmlns:a16="http://schemas.microsoft.com/office/drawing/2014/main" id="{C16A9162-2703-BE4C-D3AA-AEB19AF55EC0}"/>
              </a:ext>
            </a:extLst>
          </p:cNvPr>
          <p:cNvSpPr/>
          <p:nvPr/>
        </p:nvSpPr>
        <p:spPr>
          <a:xfrm>
            <a:off x="5219700"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3" name="Rounded Rectangle 12">
            <a:extLst>
              <a:ext uri="{FF2B5EF4-FFF2-40B4-BE49-F238E27FC236}">
                <a16:creationId xmlns:a16="http://schemas.microsoft.com/office/drawing/2014/main" id="{4266BEB7-12FC-9DB1-A150-1E4C82B8DA33}"/>
              </a:ext>
            </a:extLst>
          </p:cNvPr>
          <p:cNvSpPr/>
          <p:nvPr/>
        </p:nvSpPr>
        <p:spPr>
          <a:xfrm>
            <a:off x="6970778"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4" name="Rounded Rectangle 13">
            <a:extLst>
              <a:ext uri="{FF2B5EF4-FFF2-40B4-BE49-F238E27FC236}">
                <a16:creationId xmlns:a16="http://schemas.microsoft.com/office/drawing/2014/main" id="{CE26ACFC-B151-0EA6-6572-E48CD5EDD957}"/>
              </a:ext>
            </a:extLst>
          </p:cNvPr>
          <p:cNvSpPr/>
          <p:nvPr/>
        </p:nvSpPr>
        <p:spPr>
          <a:xfrm>
            <a:off x="8369812"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5" name="Rounded Rectangle 14">
            <a:extLst>
              <a:ext uri="{FF2B5EF4-FFF2-40B4-BE49-F238E27FC236}">
                <a16:creationId xmlns:a16="http://schemas.microsoft.com/office/drawing/2014/main" id="{04EDDF51-331F-00D7-36DD-F897EC462BBB}"/>
              </a:ext>
            </a:extLst>
          </p:cNvPr>
          <p:cNvSpPr/>
          <p:nvPr/>
        </p:nvSpPr>
        <p:spPr>
          <a:xfrm>
            <a:off x="1042416" y="4233672"/>
            <a:ext cx="1536192"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N/2^height</a:t>
            </a:r>
          </a:p>
        </p:txBody>
      </p:sp>
      <p:cxnSp>
        <p:nvCxnSpPr>
          <p:cNvPr id="17" name="Straight Arrow Connector 16">
            <a:extLst>
              <a:ext uri="{FF2B5EF4-FFF2-40B4-BE49-F238E27FC236}">
                <a16:creationId xmlns:a16="http://schemas.microsoft.com/office/drawing/2014/main" id="{FAAC8DCA-EDDD-CD68-017B-1B31790E1028}"/>
              </a:ext>
            </a:extLst>
          </p:cNvPr>
          <p:cNvCxnSpPr>
            <a:stCxn id="9" idx="2"/>
            <a:endCxn id="11" idx="0"/>
          </p:cNvCxnSpPr>
          <p:nvPr/>
        </p:nvCxnSpPr>
        <p:spPr>
          <a:xfrm flipH="1">
            <a:off x="3992117" y="1697736"/>
            <a:ext cx="875539"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8" name="Straight Arrow Connector 17">
            <a:extLst>
              <a:ext uri="{FF2B5EF4-FFF2-40B4-BE49-F238E27FC236}">
                <a16:creationId xmlns:a16="http://schemas.microsoft.com/office/drawing/2014/main" id="{590C8A02-6FCA-93C0-558D-73699321CF3E}"/>
              </a:ext>
            </a:extLst>
          </p:cNvPr>
          <p:cNvCxnSpPr>
            <a:cxnSpLocks/>
            <a:stCxn id="9" idx="2"/>
            <a:endCxn id="12" idx="0"/>
          </p:cNvCxnSpPr>
          <p:nvPr/>
        </p:nvCxnSpPr>
        <p:spPr>
          <a:xfrm>
            <a:off x="4867656" y="1697736"/>
            <a:ext cx="704088"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1" name="Straight Arrow Connector 20">
            <a:extLst>
              <a:ext uri="{FF2B5EF4-FFF2-40B4-BE49-F238E27FC236}">
                <a16:creationId xmlns:a16="http://schemas.microsoft.com/office/drawing/2014/main" id="{8A869D8B-99C2-A451-D852-12F4C7934C93}"/>
              </a:ext>
            </a:extLst>
          </p:cNvPr>
          <p:cNvCxnSpPr>
            <a:cxnSpLocks/>
            <a:endCxn id="10" idx="0"/>
          </p:cNvCxnSpPr>
          <p:nvPr/>
        </p:nvCxnSpPr>
        <p:spPr>
          <a:xfrm>
            <a:off x="6448044" y="935736"/>
            <a:ext cx="1578866" cy="268224"/>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3" name="Straight Arrow Connector 22">
            <a:extLst>
              <a:ext uri="{FF2B5EF4-FFF2-40B4-BE49-F238E27FC236}">
                <a16:creationId xmlns:a16="http://schemas.microsoft.com/office/drawing/2014/main" id="{8BDD68B3-D8B5-1ACB-5C03-99F1E3933CDD}"/>
              </a:ext>
            </a:extLst>
          </p:cNvPr>
          <p:cNvCxnSpPr>
            <a:cxnSpLocks/>
          </p:cNvCxnSpPr>
          <p:nvPr/>
        </p:nvCxnSpPr>
        <p:spPr>
          <a:xfrm flipH="1">
            <a:off x="4867656" y="935736"/>
            <a:ext cx="1578866" cy="268224"/>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5" name="Straight Arrow Connector 24">
            <a:extLst>
              <a:ext uri="{FF2B5EF4-FFF2-40B4-BE49-F238E27FC236}">
                <a16:creationId xmlns:a16="http://schemas.microsoft.com/office/drawing/2014/main" id="{B9DD5B02-1944-52EA-F8BE-11069BDEC8A6}"/>
              </a:ext>
            </a:extLst>
          </p:cNvPr>
          <p:cNvCxnSpPr>
            <a:cxnSpLocks/>
          </p:cNvCxnSpPr>
          <p:nvPr/>
        </p:nvCxnSpPr>
        <p:spPr>
          <a:xfrm>
            <a:off x="8017768" y="1697736"/>
            <a:ext cx="704088"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6" name="Straight Arrow Connector 25">
            <a:extLst>
              <a:ext uri="{FF2B5EF4-FFF2-40B4-BE49-F238E27FC236}">
                <a16:creationId xmlns:a16="http://schemas.microsoft.com/office/drawing/2014/main" id="{4B2AD6D3-55F4-B41E-ACF9-5BD253F5D225}"/>
              </a:ext>
            </a:extLst>
          </p:cNvPr>
          <p:cNvCxnSpPr>
            <a:cxnSpLocks/>
            <a:endCxn id="13" idx="0"/>
          </p:cNvCxnSpPr>
          <p:nvPr/>
        </p:nvCxnSpPr>
        <p:spPr>
          <a:xfrm flipH="1">
            <a:off x="7322822" y="1697736"/>
            <a:ext cx="694946"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8" name="Straight Arrow Connector 27">
            <a:extLst>
              <a:ext uri="{FF2B5EF4-FFF2-40B4-BE49-F238E27FC236}">
                <a16:creationId xmlns:a16="http://schemas.microsoft.com/office/drawing/2014/main" id="{5C703660-C90B-E49F-F972-EAB18C057762}"/>
              </a:ext>
            </a:extLst>
          </p:cNvPr>
          <p:cNvCxnSpPr>
            <a:cxnSpLocks/>
          </p:cNvCxnSpPr>
          <p:nvPr/>
        </p:nvCxnSpPr>
        <p:spPr>
          <a:xfrm flipH="1">
            <a:off x="1714119" y="3877056"/>
            <a:ext cx="389001" cy="33223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31" name="Straight Arrow Connector 30">
            <a:extLst>
              <a:ext uri="{FF2B5EF4-FFF2-40B4-BE49-F238E27FC236}">
                <a16:creationId xmlns:a16="http://schemas.microsoft.com/office/drawing/2014/main" id="{46303C38-2BA0-B8C6-BF13-5B3A03B31B57}"/>
              </a:ext>
            </a:extLst>
          </p:cNvPr>
          <p:cNvCxnSpPr/>
          <p:nvPr/>
        </p:nvCxnSpPr>
        <p:spPr>
          <a:xfrm>
            <a:off x="10030968" y="1450848"/>
            <a:ext cx="0" cy="327660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32" name="TextBox 31">
            <a:extLst>
              <a:ext uri="{FF2B5EF4-FFF2-40B4-BE49-F238E27FC236}">
                <a16:creationId xmlns:a16="http://schemas.microsoft.com/office/drawing/2014/main" id="{64FB3B6D-F041-E066-9940-6F6B7CB0693C}"/>
              </a:ext>
            </a:extLst>
          </p:cNvPr>
          <p:cNvSpPr txBox="1"/>
          <p:nvPr/>
        </p:nvSpPr>
        <p:spPr>
          <a:xfrm>
            <a:off x="890469" y="5436347"/>
            <a:ext cx="8658461" cy="1384995"/>
          </a:xfrm>
          <a:prstGeom prst="rect">
            <a:avLst/>
          </a:prstGeom>
          <a:noFill/>
        </p:spPr>
        <p:txBody>
          <a:bodyPr wrap="none" rtlCol="0">
            <a:spAutoFit/>
          </a:bodyPr>
          <a:lstStyle/>
          <a:p>
            <a:r>
              <a:rPr lang="en-US" sz="2800" dirty="0">
                <a:solidFill>
                  <a:schemeClr val="accent2"/>
                </a:solidFill>
              </a:rPr>
              <a:t>How tall this tree will grow?</a:t>
            </a:r>
          </a:p>
          <a:p>
            <a:r>
              <a:rPr lang="en-US" sz="2800" dirty="0">
                <a:solidFill>
                  <a:schemeClr val="bg1"/>
                </a:solidFill>
              </a:rPr>
              <a:t>N times Height is the number of steps we would need…</a:t>
            </a:r>
          </a:p>
          <a:p>
            <a:r>
              <a:rPr lang="en-US" sz="2800" dirty="0">
                <a:solidFill>
                  <a:schemeClr val="bg1"/>
                </a:solidFill>
              </a:rPr>
              <a:t>So total steps required are </a:t>
            </a:r>
            <a:r>
              <a:rPr lang="en-US" sz="2800" dirty="0" err="1">
                <a:solidFill>
                  <a:schemeClr val="bg1"/>
                </a:solidFill>
              </a:rPr>
              <a:t>NlogN</a:t>
            </a:r>
            <a:endParaRPr lang="en-US" sz="2800" dirty="0">
              <a:solidFill>
                <a:schemeClr val="bg1"/>
              </a:solidFill>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2FA13C3-817A-BC41-AC80-DC7310E1C24F}"/>
                  </a:ext>
                </a:extLst>
              </p:cNvPr>
              <p:cNvSpPr txBox="1"/>
              <p:nvPr/>
            </p:nvSpPr>
            <p:spPr>
              <a:xfrm>
                <a:off x="4602412" y="2810174"/>
                <a:ext cx="3826304" cy="2404954"/>
              </a:xfrm>
              <a:prstGeom prst="rect">
                <a:avLst/>
              </a:prstGeom>
              <a:noFill/>
              <a:ln>
                <a:solidFill>
                  <a:srgbClr val="FFC000"/>
                </a:solidFill>
              </a:ln>
            </p:spPr>
            <p:txBody>
              <a:bodyPr wrap="none" lIns="0" tIns="0" rIns="0" bIns="0" rtlCol="0">
                <a:spAutoFit/>
              </a:bodyPr>
              <a:lstStyle/>
              <a:p>
                <a:pPr algn="just"/>
                <a:r>
                  <a:rPr lang="en-US" sz="2400" b="0" dirty="0">
                    <a:solidFill>
                      <a:schemeClr val="accent2">
                        <a:lumMod val="20000"/>
                        <a:lumOff val="80000"/>
                      </a:schemeClr>
                    </a:solidFill>
                  </a:rPr>
                  <a:t>           </a:t>
                </a:r>
                <a14:m>
                  <m:oMath xmlns:m="http://schemas.openxmlformats.org/officeDocument/2006/math">
                    <m:f>
                      <m:fPr>
                        <m:ctrlPr>
                          <a:rPr lang="en-US" sz="2400" b="0" i="1" smtClean="0">
                            <a:solidFill>
                              <a:schemeClr val="accent2">
                                <a:lumMod val="20000"/>
                                <a:lumOff val="80000"/>
                              </a:schemeClr>
                            </a:solidFill>
                            <a:latin typeface="Cambria Math" panose="02040503050406030204" pitchFamily="18" charset="0"/>
                          </a:rPr>
                        </m:ctrlPr>
                      </m:fPr>
                      <m:num>
                        <m:r>
                          <a:rPr lang="en-US" sz="2400" b="0" i="1" smtClean="0">
                            <a:solidFill>
                              <a:schemeClr val="accent2">
                                <a:lumMod val="20000"/>
                                <a:lumOff val="80000"/>
                              </a:schemeClr>
                            </a:solidFill>
                            <a:latin typeface="Cambria Math" panose="02040503050406030204" pitchFamily="18" charset="0"/>
                          </a:rPr>
                          <m:t>𝑁</m:t>
                        </m:r>
                      </m:num>
                      <m:den>
                        <m:sSup>
                          <m:sSupPr>
                            <m:ctrlPr>
                              <a:rPr lang="en-US" sz="2400" b="0" i="1" smtClean="0">
                                <a:solidFill>
                                  <a:schemeClr val="accent2">
                                    <a:lumMod val="20000"/>
                                    <a:lumOff val="80000"/>
                                  </a:schemeClr>
                                </a:solidFill>
                                <a:latin typeface="Cambria Math" panose="02040503050406030204" pitchFamily="18" charset="0"/>
                              </a:rPr>
                            </m:ctrlPr>
                          </m:sSupPr>
                          <m:e>
                            <m:r>
                              <a:rPr lang="en-US" sz="2400" b="0" i="1" smtClean="0">
                                <a:solidFill>
                                  <a:schemeClr val="accent2">
                                    <a:lumMod val="20000"/>
                                    <a:lumOff val="80000"/>
                                  </a:schemeClr>
                                </a:solidFill>
                                <a:latin typeface="Cambria Math" panose="02040503050406030204" pitchFamily="18" charset="0"/>
                              </a:rPr>
                              <m:t>2</m:t>
                            </m:r>
                          </m:e>
                          <m:sup>
                            <m:r>
                              <a:rPr lang="en-US" sz="2400" b="0" i="1" smtClean="0">
                                <a:solidFill>
                                  <a:schemeClr val="accent2">
                                    <a:lumMod val="20000"/>
                                    <a:lumOff val="80000"/>
                                  </a:schemeClr>
                                </a:solidFill>
                                <a:latin typeface="Cambria Math" panose="02040503050406030204" pitchFamily="18" charset="0"/>
                              </a:rPr>
                              <m:t>h𝑒𝑖𝑔h𝑡</m:t>
                            </m:r>
                          </m:sup>
                        </m:sSup>
                      </m:den>
                    </m:f>
                    <m:r>
                      <a:rPr lang="en-US" sz="2400" b="0" i="1" smtClean="0">
                        <a:solidFill>
                          <a:schemeClr val="accent2">
                            <a:lumMod val="20000"/>
                            <a:lumOff val="80000"/>
                          </a:schemeClr>
                        </a:solidFill>
                        <a:latin typeface="Cambria Math" panose="02040503050406030204" pitchFamily="18" charset="0"/>
                      </a:rPr>
                      <m:t>=1</m:t>
                    </m:r>
                  </m:oMath>
                </a14:m>
                <a:endParaRPr lang="en-US" sz="2400" b="0" i="1" dirty="0">
                  <a:solidFill>
                    <a:schemeClr val="accent2">
                      <a:lumMod val="20000"/>
                      <a:lumOff val="80000"/>
                    </a:schemeClr>
                  </a:solidFill>
                  <a:latin typeface="Cambria Math" panose="02040503050406030204" pitchFamily="18" charset="0"/>
                </a:endParaRPr>
              </a:p>
              <a:p>
                <a:pPr algn="just"/>
                <a:r>
                  <a:rPr lang="en-US" sz="2400" b="0" dirty="0">
                    <a:solidFill>
                      <a:schemeClr val="accent2">
                        <a:lumMod val="20000"/>
                        <a:lumOff val="80000"/>
                      </a:schemeClr>
                    </a:solidFill>
                  </a:rPr>
                  <a:t>                    </a:t>
                </a:r>
                <a14:m>
                  <m:oMath xmlns:m="http://schemas.openxmlformats.org/officeDocument/2006/math">
                    <m:r>
                      <a:rPr lang="en-US" sz="2400" b="0" i="1" smtClean="0">
                        <a:solidFill>
                          <a:schemeClr val="accent2">
                            <a:lumMod val="20000"/>
                            <a:lumOff val="80000"/>
                          </a:schemeClr>
                        </a:solidFill>
                        <a:latin typeface="Cambria Math" panose="02040503050406030204" pitchFamily="18" charset="0"/>
                      </a:rPr>
                      <m:t>𝑁</m:t>
                    </m:r>
                    <m:r>
                      <a:rPr lang="en-US" sz="2400" b="0" i="1" smtClean="0">
                        <a:solidFill>
                          <a:schemeClr val="accent2">
                            <a:lumMod val="20000"/>
                            <a:lumOff val="80000"/>
                          </a:schemeClr>
                        </a:solidFill>
                        <a:latin typeface="Cambria Math" panose="02040503050406030204" pitchFamily="18" charset="0"/>
                      </a:rPr>
                      <m:t>=</m:t>
                    </m:r>
                    <m:sSup>
                      <m:sSupPr>
                        <m:ctrlPr>
                          <a:rPr lang="en-US" sz="2400" i="1">
                            <a:solidFill>
                              <a:schemeClr val="accent2">
                                <a:lumMod val="20000"/>
                                <a:lumOff val="80000"/>
                              </a:schemeClr>
                            </a:solidFill>
                            <a:latin typeface="Cambria Math" panose="02040503050406030204" pitchFamily="18" charset="0"/>
                          </a:rPr>
                        </m:ctrlPr>
                      </m:sSupPr>
                      <m:e>
                        <m:r>
                          <a:rPr lang="en-US" sz="2400" i="1">
                            <a:solidFill>
                              <a:schemeClr val="accent2">
                                <a:lumMod val="20000"/>
                                <a:lumOff val="80000"/>
                              </a:schemeClr>
                            </a:solidFill>
                            <a:latin typeface="Cambria Math" panose="02040503050406030204" pitchFamily="18" charset="0"/>
                          </a:rPr>
                          <m:t>2</m:t>
                        </m:r>
                      </m:e>
                      <m:sup>
                        <m:r>
                          <a:rPr lang="en-US" sz="2400" i="1">
                            <a:solidFill>
                              <a:schemeClr val="accent2">
                                <a:lumMod val="20000"/>
                                <a:lumOff val="80000"/>
                              </a:schemeClr>
                            </a:solidFill>
                            <a:latin typeface="Cambria Math" panose="02040503050406030204" pitchFamily="18" charset="0"/>
                          </a:rPr>
                          <m:t>h𝑒𝑖𝑔h𝑡</m:t>
                        </m:r>
                      </m:sup>
                    </m:sSup>
                  </m:oMath>
                </a14:m>
                <a:endParaRPr lang="en-US" sz="2400" dirty="0">
                  <a:solidFill>
                    <a:schemeClr val="accent2">
                      <a:lumMod val="20000"/>
                      <a:lumOff val="80000"/>
                    </a:schemeClr>
                  </a:solidFill>
                </a:endParaRPr>
              </a:p>
              <a:p>
                <a:pPr algn="just"/>
                <a14:m>
                  <m:oMathPara xmlns:m="http://schemas.openxmlformats.org/officeDocument/2006/math">
                    <m:oMathParaPr>
                      <m:jc m:val="centerGroup"/>
                    </m:oMathParaPr>
                    <m:oMath xmlns:m="http://schemas.openxmlformats.org/officeDocument/2006/math">
                      <m:r>
                        <a:rPr lang="en-US" sz="2400" b="0" i="1" smtClean="0">
                          <a:solidFill>
                            <a:schemeClr val="accent2">
                              <a:lumMod val="20000"/>
                              <a:lumOff val="80000"/>
                            </a:schemeClr>
                          </a:solidFill>
                          <a:latin typeface="Cambria Math" panose="02040503050406030204" pitchFamily="18" charset="0"/>
                        </a:rPr>
                        <m:t>   </m:t>
                      </m:r>
                      <m:r>
                        <a:rPr lang="en-US" sz="2400" b="0" i="1" smtClean="0">
                          <a:solidFill>
                            <a:schemeClr val="accent2">
                              <a:lumMod val="20000"/>
                              <a:lumOff val="80000"/>
                            </a:schemeClr>
                          </a:solidFill>
                          <a:latin typeface="Cambria Math" panose="02040503050406030204" pitchFamily="18" charset="0"/>
                        </a:rPr>
                        <m:t>𝑁</m:t>
                      </m:r>
                      <m:r>
                        <a:rPr lang="en-US" sz="2400" b="0" i="1" smtClean="0">
                          <a:solidFill>
                            <a:schemeClr val="accent2">
                              <a:lumMod val="20000"/>
                              <a:lumOff val="80000"/>
                            </a:schemeClr>
                          </a:solidFill>
                          <a:latin typeface="Cambria Math" panose="02040503050406030204" pitchFamily="18" charset="0"/>
                        </a:rPr>
                        <m:t>=</m:t>
                      </m:r>
                      <m:sSup>
                        <m:sSupPr>
                          <m:ctrlPr>
                            <a:rPr lang="en-US" sz="2400" i="1">
                              <a:solidFill>
                                <a:schemeClr val="accent2">
                                  <a:lumMod val="20000"/>
                                  <a:lumOff val="80000"/>
                                </a:schemeClr>
                              </a:solidFill>
                              <a:latin typeface="Cambria Math" panose="02040503050406030204" pitchFamily="18" charset="0"/>
                            </a:rPr>
                          </m:ctrlPr>
                        </m:sSupPr>
                        <m:e>
                          <m:r>
                            <a:rPr lang="en-US" sz="2400" i="1">
                              <a:solidFill>
                                <a:schemeClr val="accent2">
                                  <a:lumMod val="20000"/>
                                  <a:lumOff val="80000"/>
                                </a:schemeClr>
                              </a:solidFill>
                              <a:latin typeface="Cambria Math" panose="02040503050406030204" pitchFamily="18" charset="0"/>
                            </a:rPr>
                            <m:t>2</m:t>
                          </m:r>
                        </m:e>
                        <m:sup>
                          <m:r>
                            <a:rPr lang="en-US" sz="2400" i="1">
                              <a:solidFill>
                                <a:schemeClr val="accent2">
                                  <a:lumMod val="20000"/>
                                  <a:lumOff val="80000"/>
                                </a:schemeClr>
                              </a:solidFill>
                              <a:latin typeface="Cambria Math" panose="02040503050406030204" pitchFamily="18" charset="0"/>
                            </a:rPr>
                            <m:t>h𝑒𝑖𝑔h𝑡</m:t>
                          </m:r>
                        </m:sup>
                      </m:sSup>
                    </m:oMath>
                  </m:oMathPara>
                </a14:m>
                <a:endParaRPr lang="en-US" sz="2400" i="1" dirty="0">
                  <a:solidFill>
                    <a:schemeClr val="accent2">
                      <a:lumMod val="20000"/>
                      <a:lumOff val="80000"/>
                    </a:schemeClr>
                  </a:solidFill>
                  <a:latin typeface="Cambria Math" panose="02040503050406030204" pitchFamily="18" charset="0"/>
                </a:endParaRPr>
              </a:p>
              <a:p>
                <a:pPr lvl="1" algn="just"/>
                <a14:m>
                  <m:oMathPara xmlns:m="http://schemas.openxmlformats.org/officeDocument/2006/math">
                    <m:oMathParaPr>
                      <m:jc m:val="centerGroup"/>
                    </m:oMathParaPr>
                    <m:oMath xmlns:m="http://schemas.openxmlformats.org/officeDocument/2006/math">
                      <m:func>
                        <m:funcPr>
                          <m:ctrlPr>
                            <a:rPr lang="en-US" sz="2400" b="0" i="1" smtClean="0">
                              <a:solidFill>
                                <a:schemeClr val="accent2">
                                  <a:lumMod val="20000"/>
                                  <a:lumOff val="80000"/>
                                </a:schemeClr>
                              </a:solidFill>
                              <a:latin typeface="Cambria Math" panose="02040503050406030204" pitchFamily="18" charset="0"/>
                            </a:rPr>
                          </m:ctrlPr>
                        </m:funcPr>
                        <m:fName>
                          <m:sSub>
                            <m:sSubPr>
                              <m:ctrlPr>
                                <a:rPr lang="en-US" sz="2400" b="0" i="1" smtClean="0">
                                  <a:solidFill>
                                    <a:schemeClr val="accent2">
                                      <a:lumMod val="20000"/>
                                      <a:lumOff val="80000"/>
                                    </a:schemeClr>
                                  </a:solidFill>
                                  <a:latin typeface="Cambria Math" panose="02040503050406030204" pitchFamily="18" charset="0"/>
                                </a:rPr>
                              </m:ctrlPr>
                            </m:sSubPr>
                            <m:e>
                              <m:r>
                                <m:rPr>
                                  <m:sty m:val="p"/>
                                </m:rPr>
                                <a:rPr lang="en-US" sz="2400" b="0" i="0" smtClean="0">
                                  <a:solidFill>
                                    <a:schemeClr val="accent2">
                                      <a:lumMod val="20000"/>
                                      <a:lumOff val="80000"/>
                                    </a:schemeClr>
                                  </a:solidFill>
                                  <a:latin typeface="Cambria Math" panose="02040503050406030204" pitchFamily="18" charset="0"/>
                                </a:rPr>
                                <m:t>log</m:t>
                              </m:r>
                            </m:e>
                            <m:sub>
                              <m:r>
                                <a:rPr lang="en-US" sz="2400" b="0" i="1" smtClean="0">
                                  <a:solidFill>
                                    <a:schemeClr val="accent2">
                                      <a:lumMod val="20000"/>
                                      <a:lumOff val="80000"/>
                                    </a:schemeClr>
                                  </a:solidFill>
                                  <a:latin typeface="Cambria Math" panose="02040503050406030204" pitchFamily="18" charset="0"/>
                                </a:rPr>
                                <m:t>2</m:t>
                              </m:r>
                            </m:sub>
                          </m:sSub>
                        </m:fName>
                        <m:e>
                          <m:r>
                            <a:rPr lang="en-US" sz="2400" b="0" i="1" smtClean="0">
                              <a:solidFill>
                                <a:schemeClr val="accent2">
                                  <a:lumMod val="20000"/>
                                  <a:lumOff val="80000"/>
                                </a:schemeClr>
                              </a:solidFill>
                              <a:latin typeface="Cambria Math" panose="02040503050406030204" pitchFamily="18" charset="0"/>
                            </a:rPr>
                            <m:t>(</m:t>
                          </m:r>
                          <m:r>
                            <a:rPr lang="en-US" sz="2400" b="0" i="1" smtClean="0">
                              <a:solidFill>
                                <a:schemeClr val="accent2">
                                  <a:lumMod val="20000"/>
                                  <a:lumOff val="80000"/>
                                </a:schemeClr>
                              </a:solidFill>
                              <a:latin typeface="Cambria Math" panose="02040503050406030204" pitchFamily="18" charset="0"/>
                            </a:rPr>
                            <m:t>𝑁</m:t>
                          </m:r>
                          <m:r>
                            <a:rPr lang="en-US" sz="2400" b="0" i="1" smtClean="0">
                              <a:solidFill>
                                <a:schemeClr val="accent2">
                                  <a:lumMod val="20000"/>
                                  <a:lumOff val="80000"/>
                                </a:schemeClr>
                              </a:solidFill>
                              <a:latin typeface="Cambria Math" panose="02040503050406030204" pitchFamily="18" charset="0"/>
                            </a:rPr>
                            <m:t>)</m:t>
                          </m:r>
                        </m:e>
                      </m:func>
                      <m:r>
                        <a:rPr lang="en-US" sz="2400" b="0" i="1" smtClean="0">
                          <a:solidFill>
                            <a:schemeClr val="accent2">
                              <a:lumMod val="20000"/>
                              <a:lumOff val="80000"/>
                            </a:schemeClr>
                          </a:solidFill>
                          <a:latin typeface="Cambria Math" panose="02040503050406030204" pitchFamily="18" charset="0"/>
                        </a:rPr>
                        <m:t>=</m:t>
                      </m:r>
                      <m:sSup>
                        <m:sSupPr>
                          <m:ctrlPr>
                            <a:rPr lang="en-US" sz="2400" i="1">
                              <a:solidFill>
                                <a:schemeClr val="accent2">
                                  <a:lumMod val="20000"/>
                                  <a:lumOff val="80000"/>
                                </a:schemeClr>
                              </a:solidFill>
                              <a:latin typeface="Cambria Math" panose="02040503050406030204" pitchFamily="18" charset="0"/>
                            </a:rPr>
                          </m:ctrlPr>
                        </m:sSupPr>
                        <m:e>
                          <m:sSub>
                            <m:sSubPr>
                              <m:ctrlPr>
                                <a:rPr lang="en-US" sz="2400" i="1">
                                  <a:solidFill>
                                    <a:schemeClr val="accent2">
                                      <a:lumMod val="20000"/>
                                      <a:lumOff val="80000"/>
                                    </a:schemeClr>
                                  </a:solidFill>
                                  <a:latin typeface="Cambria Math" panose="02040503050406030204" pitchFamily="18" charset="0"/>
                                </a:rPr>
                              </m:ctrlPr>
                            </m:sSubPr>
                            <m:e>
                              <m:r>
                                <m:rPr>
                                  <m:sty m:val="p"/>
                                </m:rPr>
                                <a:rPr lang="en-US" sz="2400">
                                  <a:solidFill>
                                    <a:schemeClr val="accent2">
                                      <a:lumMod val="20000"/>
                                      <a:lumOff val="80000"/>
                                    </a:schemeClr>
                                  </a:solidFill>
                                  <a:latin typeface="Cambria Math" panose="02040503050406030204" pitchFamily="18" charset="0"/>
                                </a:rPr>
                                <m:t>log</m:t>
                              </m:r>
                            </m:e>
                            <m:sub>
                              <m:r>
                                <a:rPr lang="en-US" sz="2400" i="1">
                                  <a:solidFill>
                                    <a:schemeClr val="accent2">
                                      <a:lumMod val="20000"/>
                                      <a:lumOff val="80000"/>
                                    </a:schemeClr>
                                  </a:solidFill>
                                  <a:latin typeface="Cambria Math" panose="02040503050406030204" pitchFamily="18" charset="0"/>
                                </a:rPr>
                                <m:t>2</m:t>
                              </m:r>
                            </m:sub>
                          </m:sSub>
                          <m:r>
                            <a:rPr lang="en-US" sz="2400" b="0" i="1" smtClean="0">
                              <a:solidFill>
                                <a:schemeClr val="accent2">
                                  <a:lumMod val="20000"/>
                                  <a:lumOff val="80000"/>
                                </a:schemeClr>
                              </a:solidFill>
                              <a:latin typeface="Cambria Math" panose="02040503050406030204" pitchFamily="18" charset="0"/>
                            </a:rPr>
                            <m:t>(</m:t>
                          </m:r>
                          <m:r>
                            <a:rPr lang="en-US" sz="2400" i="1">
                              <a:solidFill>
                                <a:schemeClr val="accent2">
                                  <a:lumMod val="20000"/>
                                  <a:lumOff val="80000"/>
                                </a:schemeClr>
                              </a:solidFill>
                              <a:latin typeface="Cambria Math" panose="02040503050406030204" pitchFamily="18" charset="0"/>
                            </a:rPr>
                            <m:t>2</m:t>
                          </m:r>
                        </m:e>
                        <m:sup>
                          <m:r>
                            <a:rPr lang="en-US" sz="2400" i="1">
                              <a:solidFill>
                                <a:schemeClr val="accent2">
                                  <a:lumMod val="20000"/>
                                  <a:lumOff val="80000"/>
                                </a:schemeClr>
                              </a:solidFill>
                              <a:latin typeface="Cambria Math" panose="02040503050406030204" pitchFamily="18" charset="0"/>
                            </a:rPr>
                            <m:t>h𝑒𝑖𝑔h𝑡</m:t>
                          </m:r>
                        </m:sup>
                      </m:sSup>
                      <m:r>
                        <a:rPr lang="en-US" sz="2400" b="0" i="1" smtClean="0">
                          <a:solidFill>
                            <a:schemeClr val="accent2">
                              <a:lumMod val="20000"/>
                              <a:lumOff val="80000"/>
                            </a:schemeClr>
                          </a:solidFill>
                          <a:latin typeface="Cambria Math" panose="02040503050406030204" pitchFamily="18" charset="0"/>
                        </a:rPr>
                        <m:t>)</m:t>
                      </m:r>
                    </m:oMath>
                  </m:oMathPara>
                </a14:m>
                <a:endParaRPr lang="en-US" sz="2400" b="0" dirty="0">
                  <a:solidFill>
                    <a:schemeClr val="accent2">
                      <a:lumMod val="20000"/>
                      <a:lumOff val="80000"/>
                    </a:schemeClr>
                  </a:solidFill>
                </a:endParaRPr>
              </a:p>
              <a:p>
                <a:pPr lvl="1" algn="just"/>
                <a14:m>
                  <m:oMath xmlns:m="http://schemas.openxmlformats.org/officeDocument/2006/math">
                    <m:func>
                      <m:funcPr>
                        <m:ctrlPr>
                          <a:rPr lang="en-US" sz="2400" b="0" i="1" smtClean="0">
                            <a:solidFill>
                              <a:schemeClr val="accent2">
                                <a:lumMod val="20000"/>
                                <a:lumOff val="80000"/>
                              </a:schemeClr>
                            </a:solidFill>
                            <a:latin typeface="Cambria Math" panose="02040503050406030204" pitchFamily="18" charset="0"/>
                          </a:rPr>
                        </m:ctrlPr>
                      </m:funcPr>
                      <m:fName>
                        <m:sSub>
                          <m:sSubPr>
                            <m:ctrlPr>
                              <a:rPr lang="en-US" sz="2400" b="0" i="1" smtClean="0">
                                <a:solidFill>
                                  <a:schemeClr val="accent2">
                                    <a:lumMod val="20000"/>
                                    <a:lumOff val="80000"/>
                                  </a:schemeClr>
                                </a:solidFill>
                                <a:latin typeface="Cambria Math" panose="02040503050406030204" pitchFamily="18" charset="0"/>
                              </a:rPr>
                            </m:ctrlPr>
                          </m:sSubPr>
                          <m:e>
                            <m:r>
                              <m:rPr>
                                <m:sty m:val="p"/>
                              </m:rPr>
                              <a:rPr lang="en-US" sz="2400" b="0" i="0" smtClean="0">
                                <a:solidFill>
                                  <a:schemeClr val="accent2">
                                    <a:lumMod val="20000"/>
                                    <a:lumOff val="80000"/>
                                  </a:schemeClr>
                                </a:solidFill>
                                <a:latin typeface="Cambria Math" panose="02040503050406030204" pitchFamily="18" charset="0"/>
                              </a:rPr>
                              <m:t>log</m:t>
                            </m:r>
                          </m:e>
                          <m:sub>
                            <m:r>
                              <a:rPr lang="en-US" sz="2400" b="0" i="1" smtClean="0">
                                <a:solidFill>
                                  <a:schemeClr val="accent2">
                                    <a:lumMod val="20000"/>
                                    <a:lumOff val="80000"/>
                                  </a:schemeClr>
                                </a:solidFill>
                                <a:latin typeface="Cambria Math" panose="02040503050406030204" pitchFamily="18" charset="0"/>
                              </a:rPr>
                              <m:t>2</m:t>
                            </m:r>
                          </m:sub>
                        </m:sSub>
                      </m:fName>
                      <m:e>
                        <m:r>
                          <a:rPr lang="en-US" sz="2400" b="0" i="1" smtClean="0">
                            <a:solidFill>
                              <a:schemeClr val="accent2">
                                <a:lumMod val="20000"/>
                                <a:lumOff val="80000"/>
                              </a:schemeClr>
                            </a:solidFill>
                            <a:latin typeface="Cambria Math" panose="02040503050406030204" pitchFamily="18" charset="0"/>
                          </a:rPr>
                          <m:t>(</m:t>
                        </m:r>
                        <m:r>
                          <a:rPr lang="en-US" sz="2400" b="0" i="1" smtClean="0">
                            <a:solidFill>
                              <a:schemeClr val="accent2">
                                <a:lumMod val="20000"/>
                                <a:lumOff val="80000"/>
                              </a:schemeClr>
                            </a:solidFill>
                            <a:latin typeface="Cambria Math" panose="02040503050406030204" pitchFamily="18" charset="0"/>
                          </a:rPr>
                          <m:t>𝑁</m:t>
                        </m:r>
                        <m:r>
                          <a:rPr lang="en-US" sz="2400" b="0" i="1" smtClean="0">
                            <a:solidFill>
                              <a:schemeClr val="accent2">
                                <a:lumMod val="20000"/>
                                <a:lumOff val="80000"/>
                              </a:schemeClr>
                            </a:solidFill>
                            <a:latin typeface="Cambria Math" panose="02040503050406030204" pitchFamily="18" charset="0"/>
                          </a:rPr>
                          <m:t>)</m:t>
                        </m:r>
                      </m:e>
                    </m:func>
                    <m:r>
                      <a:rPr lang="en-US" sz="2400" b="0" i="1" smtClean="0">
                        <a:solidFill>
                          <a:schemeClr val="accent2">
                            <a:lumMod val="20000"/>
                            <a:lumOff val="80000"/>
                          </a:schemeClr>
                        </a:solidFill>
                        <a:latin typeface="Cambria Math" panose="02040503050406030204" pitchFamily="18" charset="0"/>
                      </a:rPr>
                      <m:t>=</m:t>
                    </m:r>
                    <m:r>
                      <a:rPr lang="en-US" sz="2400" b="0" i="1" smtClean="0">
                        <a:solidFill>
                          <a:schemeClr val="accent2">
                            <a:lumMod val="20000"/>
                            <a:lumOff val="80000"/>
                          </a:schemeClr>
                        </a:solidFill>
                        <a:latin typeface="Cambria Math" panose="02040503050406030204" pitchFamily="18" charset="0"/>
                      </a:rPr>
                      <m:t>h𝑒𝑖𝑔h𝑡</m:t>
                    </m:r>
                    <m:sSub>
                      <m:sSubPr>
                        <m:ctrlPr>
                          <a:rPr lang="en-US" sz="2400" i="1">
                            <a:solidFill>
                              <a:schemeClr val="accent2">
                                <a:lumMod val="20000"/>
                                <a:lumOff val="80000"/>
                              </a:schemeClr>
                            </a:solidFill>
                            <a:latin typeface="Cambria Math" panose="02040503050406030204" pitchFamily="18" charset="0"/>
                          </a:rPr>
                        </m:ctrlPr>
                      </m:sSubPr>
                      <m:e>
                        <m:r>
                          <a:rPr lang="en-US" sz="2400" b="0" i="0" smtClean="0">
                            <a:solidFill>
                              <a:schemeClr val="accent2">
                                <a:lumMod val="20000"/>
                                <a:lumOff val="80000"/>
                              </a:schemeClr>
                            </a:solidFill>
                            <a:latin typeface="Cambria Math" panose="02040503050406030204" pitchFamily="18" charset="0"/>
                          </a:rPr>
                          <m:t>.</m:t>
                        </m:r>
                        <m:r>
                          <m:rPr>
                            <m:sty m:val="p"/>
                          </m:rPr>
                          <a:rPr lang="en-US" sz="2400">
                            <a:solidFill>
                              <a:schemeClr val="accent2">
                                <a:lumMod val="20000"/>
                                <a:lumOff val="80000"/>
                              </a:schemeClr>
                            </a:solidFill>
                            <a:latin typeface="Cambria Math" panose="02040503050406030204" pitchFamily="18" charset="0"/>
                          </a:rPr>
                          <m:t>log</m:t>
                        </m:r>
                      </m:e>
                      <m:sub>
                        <m:r>
                          <a:rPr lang="en-US" sz="2400" i="1">
                            <a:solidFill>
                              <a:schemeClr val="accent2">
                                <a:lumMod val="20000"/>
                                <a:lumOff val="80000"/>
                              </a:schemeClr>
                            </a:solidFill>
                            <a:latin typeface="Cambria Math" panose="02040503050406030204" pitchFamily="18" charset="0"/>
                          </a:rPr>
                          <m:t>2</m:t>
                        </m:r>
                      </m:sub>
                    </m:sSub>
                  </m:oMath>
                </a14:m>
                <a:r>
                  <a:rPr lang="en-US" sz="2400" b="0" dirty="0">
                    <a:solidFill>
                      <a:schemeClr val="accent2">
                        <a:lumMod val="20000"/>
                        <a:lumOff val="80000"/>
                      </a:schemeClr>
                    </a:solidFill>
                  </a:rPr>
                  <a:t>(2)</a:t>
                </a:r>
              </a:p>
              <a:p>
                <a:pPr lvl="1" algn="just"/>
                <a14:m>
                  <m:oMathPara xmlns:m="http://schemas.openxmlformats.org/officeDocument/2006/math">
                    <m:oMathParaPr>
                      <m:jc m:val="centerGroup"/>
                    </m:oMathParaPr>
                    <m:oMath xmlns:m="http://schemas.openxmlformats.org/officeDocument/2006/math">
                      <m:func>
                        <m:funcPr>
                          <m:ctrlPr>
                            <a:rPr lang="en-US" sz="2400" b="0" i="1" smtClean="0">
                              <a:solidFill>
                                <a:schemeClr val="accent2">
                                  <a:lumMod val="20000"/>
                                  <a:lumOff val="80000"/>
                                </a:schemeClr>
                              </a:solidFill>
                              <a:latin typeface="Cambria Math" panose="02040503050406030204" pitchFamily="18" charset="0"/>
                            </a:rPr>
                          </m:ctrlPr>
                        </m:funcPr>
                        <m:fName>
                          <m:sSub>
                            <m:sSubPr>
                              <m:ctrlPr>
                                <a:rPr lang="en-US" sz="2400" b="0" i="1" smtClean="0">
                                  <a:solidFill>
                                    <a:schemeClr val="accent2">
                                      <a:lumMod val="20000"/>
                                      <a:lumOff val="80000"/>
                                    </a:schemeClr>
                                  </a:solidFill>
                                  <a:latin typeface="Cambria Math" panose="02040503050406030204" pitchFamily="18" charset="0"/>
                                </a:rPr>
                              </m:ctrlPr>
                            </m:sSubPr>
                            <m:e>
                              <m:r>
                                <m:rPr>
                                  <m:sty m:val="p"/>
                                </m:rPr>
                                <a:rPr lang="en-US" sz="2400" b="0" i="0" smtClean="0">
                                  <a:solidFill>
                                    <a:schemeClr val="accent2">
                                      <a:lumMod val="20000"/>
                                      <a:lumOff val="80000"/>
                                    </a:schemeClr>
                                  </a:solidFill>
                                  <a:latin typeface="Cambria Math" panose="02040503050406030204" pitchFamily="18" charset="0"/>
                                </a:rPr>
                                <m:t>log</m:t>
                              </m:r>
                            </m:e>
                            <m:sub>
                              <m:r>
                                <a:rPr lang="en-US" sz="2400" b="0" i="1" smtClean="0">
                                  <a:solidFill>
                                    <a:schemeClr val="accent2">
                                      <a:lumMod val="20000"/>
                                      <a:lumOff val="80000"/>
                                    </a:schemeClr>
                                  </a:solidFill>
                                  <a:latin typeface="Cambria Math" panose="02040503050406030204" pitchFamily="18" charset="0"/>
                                </a:rPr>
                                <m:t>2</m:t>
                              </m:r>
                            </m:sub>
                          </m:sSub>
                        </m:fName>
                        <m:e>
                          <m:r>
                            <a:rPr lang="en-US" sz="2400" b="0" i="1" smtClean="0">
                              <a:solidFill>
                                <a:schemeClr val="accent2">
                                  <a:lumMod val="20000"/>
                                  <a:lumOff val="80000"/>
                                </a:schemeClr>
                              </a:solidFill>
                              <a:latin typeface="Cambria Math" panose="02040503050406030204" pitchFamily="18" charset="0"/>
                            </a:rPr>
                            <m:t>(</m:t>
                          </m:r>
                          <m:r>
                            <a:rPr lang="en-US" sz="2400" b="0" i="1" smtClean="0">
                              <a:solidFill>
                                <a:schemeClr val="accent2">
                                  <a:lumMod val="20000"/>
                                  <a:lumOff val="80000"/>
                                </a:schemeClr>
                              </a:solidFill>
                              <a:latin typeface="Cambria Math" panose="02040503050406030204" pitchFamily="18" charset="0"/>
                            </a:rPr>
                            <m:t>𝑁</m:t>
                          </m:r>
                          <m:r>
                            <a:rPr lang="en-US" sz="2400" b="0" i="1" smtClean="0">
                              <a:solidFill>
                                <a:schemeClr val="accent2">
                                  <a:lumMod val="20000"/>
                                  <a:lumOff val="80000"/>
                                </a:schemeClr>
                              </a:solidFill>
                              <a:latin typeface="Cambria Math" panose="02040503050406030204" pitchFamily="18" charset="0"/>
                            </a:rPr>
                            <m:t>)</m:t>
                          </m:r>
                        </m:e>
                      </m:func>
                      <m:r>
                        <a:rPr lang="en-US" sz="2400" b="0" i="1" smtClean="0">
                          <a:solidFill>
                            <a:schemeClr val="accent2">
                              <a:lumMod val="20000"/>
                              <a:lumOff val="80000"/>
                            </a:schemeClr>
                          </a:solidFill>
                          <a:latin typeface="Cambria Math" panose="02040503050406030204" pitchFamily="18" charset="0"/>
                        </a:rPr>
                        <m:t>=</m:t>
                      </m:r>
                      <m:r>
                        <a:rPr lang="en-US" sz="2400" b="0" i="1" smtClean="0">
                          <a:solidFill>
                            <a:schemeClr val="accent2">
                              <a:lumMod val="20000"/>
                              <a:lumOff val="80000"/>
                            </a:schemeClr>
                          </a:solidFill>
                          <a:latin typeface="Cambria Math" panose="02040503050406030204" pitchFamily="18" charset="0"/>
                        </a:rPr>
                        <m:t>h𝑒𝑖𝑔h𝑡</m:t>
                      </m:r>
                      <m:r>
                        <a:rPr lang="en-US" sz="2400" b="0" i="1" smtClean="0">
                          <a:solidFill>
                            <a:schemeClr val="accent2">
                              <a:lumMod val="20000"/>
                              <a:lumOff val="80000"/>
                            </a:schemeClr>
                          </a:solidFill>
                          <a:latin typeface="Cambria Math" panose="02040503050406030204" pitchFamily="18" charset="0"/>
                        </a:rPr>
                        <m:t>  </m:t>
                      </m:r>
                    </m:oMath>
                  </m:oMathPara>
                </a14:m>
                <a:endParaRPr lang="en-US" sz="2400" b="0" dirty="0">
                  <a:solidFill>
                    <a:schemeClr val="accent2">
                      <a:lumMod val="20000"/>
                      <a:lumOff val="80000"/>
                    </a:schemeClr>
                  </a:solidFill>
                </a:endParaRPr>
              </a:p>
            </p:txBody>
          </p:sp>
        </mc:Choice>
        <mc:Fallback xmlns="">
          <p:sp>
            <p:nvSpPr>
              <p:cNvPr id="2" name="TextBox 1">
                <a:extLst>
                  <a:ext uri="{FF2B5EF4-FFF2-40B4-BE49-F238E27FC236}">
                    <a16:creationId xmlns:a16="http://schemas.microsoft.com/office/drawing/2014/main" id="{72FA13C3-817A-BC41-AC80-DC7310E1C24F}"/>
                  </a:ext>
                </a:extLst>
              </p:cNvPr>
              <p:cNvSpPr txBox="1">
                <a:spLocks noRot="1" noChangeAspect="1" noMove="1" noResize="1" noEditPoints="1" noAdjustHandles="1" noChangeArrowheads="1" noChangeShapeType="1" noTextEdit="1"/>
              </p:cNvSpPr>
              <p:nvPr/>
            </p:nvSpPr>
            <p:spPr>
              <a:xfrm>
                <a:off x="4602412" y="2810174"/>
                <a:ext cx="3826304" cy="2404954"/>
              </a:xfrm>
              <a:prstGeom prst="rect">
                <a:avLst/>
              </a:prstGeom>
              <a:blipFill>
                <a:blip r:embed="rId2"/>
                <a:stretch>
                  <a:fillRect r="-3618" b="-4688"/>
                </a:stretch>
              </a:blipFill>
              <a:ln>
                <a:solidFill>
                  <a:srgbClr val="FFC000"/>
                </a:solidFill>
              </a:ln>
            </p:spPr>
            <p:txBody>
              <a:bodyPr/>
              <a:lstStyle/>
              <a:p>
                <a:r>
                  <a:rPr lang="en-US">
                    <a:noFill/>
                  </a:rPr>
                  <a:t> </a:t>
                </a:r>
              </a:p>
            </p:txBody>
          </p:sp>
        </mc:Fallback>
      </mc:AlternateContent>
    </p:spTree>
    <p:extLst>
      <p:ext uri="{BB962C8B-B14F-4D97-AF65-F5344CB8AC3E}">
        <p14:creationId xmlns:p14="http://schemas.microsoft.com/office/powerpoint/2010/main" val="429718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0412B6DB-5ABC-E7E5-3259-D5243E7E3A6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3A0B958-BA4F-27D9-C81E-A3317A15A200}"/>
              </a:ext>
            </a:extLst>
          </p:cNvPr>
          <p:cNvPicPr>
            <a:picLocks noChangeAspect="1"/>
          </p:cNvPicPr>
          <p:nvPr/>
        </p:nvPicPr>
        <p:blipFill>
          <a:blip r:embed="rId2"/>
          <a:stretch>
            <a:fillRect/>
          </a:stretch>
        </p:blipFill>
        <p:spPr>
          <a:xfrm>
            <a:off x="1418723" y="540390"/>
            <a:ext cx="9354553" cy="6162229"/>
          </a:xfrm>
          <a:prstGeom prst="rect">
            <a:avLst/>
          </a:prstGeom>
        </p:spPr>
      </p:pic>
      <p:sp>
        <p:nvSpPr>
          <p:cNvPr id="4" name="TextBox 3">
            <a:extLst>
              <a:ext uri="{FF2B5EF4-FFF2-40B4-BE49-F238E27FC236}">
                <a16:creationId xmlns:a16="http://schemas.microsoft.com/office/drawing/2014/main" id="{B3C69BBD-9A50-EFAE-006D-1D154237BE8A}"/>
              </a:ext>
            </a:extLst>
          </p:cNvPr>
          <p:cNvSpPr txBox="1"/>
          <p:nvPr/>
        </p:nvSpPr>
        <p:spPr>
          <a:xfrm>
            <a:off x="2652107" y="155381"/>
            <a:ext cx="6887783" cy="369332"/>
          </a:xfrm>
          <a:prstGeom prst="rect">
            <a:avLst/>
          </a:prstGeom>
          <a:noFill/>
        </p:spPr>
        <p:txBody>
          <a:bodyPr wrap="none" rtlCol="0">
            <a:spAutoFit/>
          </a:bodyPr>
          <a:lstStyle/>
          <a:p>
            <a:r>
              <a:rPr lang="en-US" dirty="0">
                <a:solidFill>
                  <a:schemeClr val="accent2">
                    <a:lumMod val="20000"/>
                    <a:lumOff val="80000"/>
                  </a:schemeClr>
                </a:solidFill>
              </a:rPr>
              <a:t>VERIFY FOLLOWING……….bring anything concerning to discussion.</a:t>
            </a:r>
          </a:p>
        </p:txBody>
      </p:sp>
    </p:spTree>
    <p:extLst>
      <p:ext uri="{BB962C8B-B14F-4D97-AF65-F5344CB8AC3E}">
        <p14:creationId xmlns:p14="http://schemas.microsoft.com/office/powerpoint/2010/main" val="37484391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5F1D2801-E187-C4D6-CEEE-9C52A460E25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880C608-5A5D-626E-F3C8-7BE76C77EED5}"/>
              </a:ext>
            </a:extLst>
          </p:cNvPr>
          <p:cNvSpPr txBox="1"/>
          <p:nvPr/>
        </p:nvSpPr>
        <p:spPr>
          <a:xfrm>
            <a:off x="2652107" y="155381"/>
            <a:ext cx="4384149" cy="369332"/>
          </a:xfrm>
          <a:prstGeom prst="rect">
            <a:avLst/>
          </a:prstGeom>
          <a:noFill/>
        </p:spPr>
        <p:txBody>
          <a:bodyPr wrap="none" rtlCol="0">
            <a:spAutoFit/>
          </a:bodyPr>
          <a:lstStyle/>
          <a:p>
            <a:r>
              <a:rPr lang="en-US" dirty="0">
                <a:solidFill>
                  <a:schemeClr val="accent2">
                    <a:lumMod val="20000"/>
                    <a:lumOff val="80000"/>
                  </a:schemeClr>
                </a:solidFill>
              </a:rPr>
              <a:t>Radix sort, not related with course content</a:t>
            </a:r>
          </a:p>
        </p:txBody>
      </p:sp>
      <p:sp>
        <p:nvSpPr>
          <p:cNvPr id="2" name="TextBox 1">
            <a:extLst>
              <a:ext uri="{FF2B5EF4-FFF2-40B4-BE49-F238E27FC236}">
                <a16:creationId xmlns:a16="http://schemas.microsoft.com/office/drawing/2014/main" id="{B1E1F832-416E-9737-D266-0DE60DEB461A}"/>
              </a:ext>
            </a:extLst>
          </p:cNvPr>
          <p:cNvSpPr txBox="1"/>
          <p:nvPr/>
        </p:nvSpPr>
        <p:spPr>
          <a:xfrm>
            <a:off x="1443788" y="1187117"/>
            <a:ext cx="10058401" cy="707886"/>
          </a:xfrm>
          <a:prstGeom prst="rect">
            <a:avLst/>
          </a:prstGeom>
          <a:noFill/>
        </p:spPr>
        <p:txBody>
          <a:bodyPr wrap="square" rtlCol="0">
            <a:spAutoFit/>
          </a:bodyPr>
          <a:lstStyle/>
          <a:p>
            <a:r>
              <a:rPr lang="en-US" sz="4000" dirty="0">
                <a:solidFill>
                  <a:schemeClr val="accent2">
                    <a:lumMod val="20000"/>
                    <a:lumOff val="80000"/>
                  </a:schemeClr>
                </a:solidFill>
              </a:rPr>
              <a:t>3			5			2			1</a:t>
            </a:r>
          </a:p>
        </p:txBody>
      </p:sp>
      <p:sp>
        <p:nvSpPr>
          <p:cNvPr id="5" name="TextBox 4">
            <a:extLst>
              <a:ext uri="{FF2B5EF4-FFF2-40B4-BE49-F238E27FC236}">
                <a16:creationId xmlns:a16="http://schemas.microsoft.com/office/drawing/2014/main" id="{282F603F-76F1-C6A1-3A82-3EFF1DDFECBA}"/>
              </a:ext>
            </a:extLst>
          </p:cNvPr>
          <p:cNvSpPr txBox="1"/>
          <p:nvPr/>
        </p:nvSpPr>
        <p:spPr>
          <a:xfrm>
            <a:off x="1203156" y="1895003"/>
            <a:ext cx="10058401" cy="707886"/>
          </a:xfrm>
          <a:prstGeom prst="rect">
            <a:avLst/>
          </a:prstGeom>
          <a:noFill/>
        </p:spPr>
        <p:txBody>
          <a:bodyPr wrap="square" rtlCol="0">
            <a:spAutoFit/>
          </a:bodyPr>
          <a:lstStyle/>
          <a:p>
            <a:r>
              <a:rPr lang="en-US" sz="4000" dirty="0">
                <a:solidFill>
                  <a:schemeClr val="accent2">
                    <a:lumMod val="20000"/>
                    <a:lumOff val="80000"/>
                  </a:schemeClr>
                </a:solidFill>
              </a:rPr>
              <a:t>011			101			010			001</a:t>
            </a:r>
          </a:p>
        </p:txBody>
      </p:sp>
      <p:sp>
        <p:nvSpPr>
          <p:cNvPr id="6" name="TextBox 5">
            <a:extLst>
              <a:ext uri="{FF2B5EF4-FFF2-40B4-BE49-F238E27FC236}">
                <a16:creationId xmlns:a16="http://schemas.microsoft.com/office/drawing/2014/main" id="{7BE9BC75-D413-1D1F-6730-D92E03CF9735}"/>
              </a:ext>
            </a:extLst>
          </p:cNvPr>
          <p:cNvSpPr txBox="1"/>
          <p:nvPr/>
        </p:nvSpPr>
        <p:spPr>
          <a:xfrm>
            <a:off x="1203155" y="2602889"/>
            <a:ext cx="10058401" cy="707886"/>
          </a:xfrm>
          <a:prstGeom prst="rect">
            <a:avLst/>
          </a:prstGeom>
          <a:noFill/>
        </p:spPr>
        <p:txBody>
          <a:bodyPr wrap="square" rtlCol="0">
            <a:spAutoFit/>
          </a:bodyPr>
          <a:lstStyle/>
          <a:p>
            <a:r>
              <a:rPr lang="en-US" sz="4000" dirty="0">
                <a:solidFill>
                  <a:schemeClr val="accent2">
                    <a:lumMod val="20000"/>
                    <a:lumOff val="80000"/>
                  </a:schemeClr>
                </a:solidFill>
              </a:rPr>
              <a:t>01</a:t>
            </a:r>
            <a:r>
              <a:rPr lang="en-US" sz="4000" dirty="0">
                <a:solidFill>
                  <a:schemeClr val="accent2"/>
                </a:solidFill>
              </a:rPr>
              <a:t>1</a:t>
            </a:r>
            <a:r>
              <a:rPr lang="en-US" sz="4000" dirty="0">
                <a:solidFill>
                  <a:schemeClr val="accent2">
                    <a:lumMod val="20000"/>
                    <a:lumOff val="80000"/>
                  </a:schemeClr>
                </a:solidFill>
              </a:rPr>
              <a:t>			10</a:t>
            </a:r>
            <a:r>
              <a:rPr lang="en-US" sz="4000" dirty="0">
                <a:solidFill>
                  <a:schemeClr val="accent2"/>
                </a:solidFill>
              </a:rPr>
              <a:t>1</a:t>
            </a:r>
            <a:r>
              <a:rPr lang="en-US" sz="4000" dirty="0">
                <a:solidFill>
                  <a:schemeClr val="accent2">
                    <a:lumMod val="20000"/>
                    <a:lumOff val="80000"/>
                  </a:schemeClr>
                </a:solidFill>
              </a:rPr>
              <a:t>			01</a:t>
            </a:r>
            <a:r>
              <a:rPr lang="en-US" sz="4000" dirty="0">
                <a:solidFill>
                  <a:schemeClr val="accent2"/>
                </a:solidFill>
              </a:rPr>
              <a:t>0	</a:t>
            </a:r>
            <a:r>
              <a:rPr lang="en-US" sz="4000" dirty="0">
                <a:solidFill>
                  <a:schemeClr val="accent2">
                    <a:lumMod val="20000"/>
                    <a:lumOff val="80000"/>
                  </a:schemeClr>
                </a:solidFill>
              </a:rPr>
              <a:t>		00</a:t>
            </a:r>
            <a:r>
              <a:rPr lang="en-US" sz="4000" dirty="0">
                <a:solidFill>
                  <a:schemeClr val="accent2"/>
                </a:solidFill>
              </a:rPr>
              <a:t>1</a:t>
            </a:r>
          </a:p>
        </p:txBody>
      </p:sp>
      <p:sp>
        <p:nvSpPr>
          <p:cNvPr id="7" name="TextBox 6">
            <a:extLst>
              <a:ext uri="{FF2B5EF4-FFF2-40B4-BE49-F238E27FC236}">
                <a16:creationId xmlns:a16="http://schemas.microsoft.com/office/drawing/2014/main" id="{1FE83191-2D6F-005E-BD2D-79240D95E48A}"/>
              </a:ext>
            </a:extLst>
          </p:cNvPr>
          <p:cNvSpPr txBox="1"/>
          <p:nvPr/>
        </p:nvSpPr>
        <p:spPr>
          <a:xfrm>
            <a:off x="1203155" y="3429000"/>
            <a:ext cx="10058401" cy="707886"/>
          </a:xfrm>
          <a:prstGeom prst="rect">
            <a:avLst/>
          </a:prstGeom>
          <a:noFill/>
        </p:spPr>
        <p:txBody>
          <a:bodyPr wrap="square" rtlCol="0">
            <a:spAutoFit/>
          </a:bodyPr>
          <a:lstStyle/>
          <a:p>
            <a:r>
              <a:rPr lang="en-US" sz="4000" dirty="0">
                <a:solidFill>
                  <a:schemeClr val="accent2">
                    <a:lumMod val="20000"/>
                    <a:lumOff val="80000"/>
                  </a:schemeClr>
                </a:solidFill>
              </a:rPr>
              <a:t>0</a:t>
            </a:r>
            <a:r>
              <a:rPr lang="en-US" sz="4000" dirty="0">
                <a:solidFill>
                  <a:schemeClr val="accent2"/>
                </a:solidFill>
              </a:rPr>
              <a:t>10 		</a:t>
            </a:r>
            <a:r>
              <a:rPr lang="en-US" sz="4000" dirty="0">
                <a:solidFill>
                  <a:schemeClr val="accent2">
                    <a:lumMod val="20000"/>
                    <a:lumOff val="80000"/>
                  </a:schemeClr>
                </a:solidFill>
              </a:rPr>
              <a:t>0</a:t>
            </a:r>
            <a:r>
              <a:rPr lang="en-US" sz="4000" dirty="0">
                <a:solidFill>
                  <a:schemeClr val="accent2"/>
                </a:solidFill>
              </a:rPr>
              <a:t>11</a:t>
            </a:r>
            <a:r>
              <a:rPr lang="en-US" sz="4000" dirty="0">
                <a:solidFill>
                  <a:schemeClr val="accent2">
                    <a:lumMod val="20000"/>
                    <a:lumOff val="80000"/>
                  </a:schemeClr>
                </a:solidFill>
              </a:rPr>
              <a:t>			1</a:t>
            </a:r>
            <a:r>
              <a:rPr lang="en-US" sz="4000" dirty="0">
                <a:solidFill>
                  <a:schemeClr val="accent2"/>
                </a:solidFill>
              </a:rPr>
              <a:t>01</a:t>
            </a:r>
            <a:r>
              <a:rPr lang="en-US" sz="4000" dirty="0">
                <a:solidFill>
                  <a:schemeClr val="accent2">
                    <a:lumMod val="20000"/>
                    <a:lumOff val="80000"/>
                  </a:schemeClr>
                </a:solidFill>
              </a:rPr>
              <a:t>			0</a:t>
            </a:r>
            <a:r>
              <a:rPr lang="en-US" sz="4000" dirty="0">
                <a:solidFill>
                  <a:schemeClr val="accent2"/>
                </a:solidFill>
              </a:rPr>
              <a:t>01</a:t>
            </a:r>
          </a:p>
        </p:txBody>
      </p:sp>
      <p:sp>
        <p:nvSpPr>
          <p:cNvPr id="9" name="TextBox 8">
            <a:extLst>
              <a:ext uri="{FF2B5EF4-FFF2-40B4-BE49-F238E27FC236}">
                <a16:creationId xmlns:a16="http://schemas.microsoft.com/office/drawing/2014/main" id="{3FF2AA6B-358B-752C-4B49-1C99CBEFCB9C}"/>
              </a:ext>
            </a:extLst>
          </p:cNvPr>
          <p:cNvSpPr txBox="1"/>
          <p:nvPr/>
        </p:nvSpPr>
        <p:spPr>
          <a:xfrm>
            <a:off x="1203155" y="4255111"/>
            <a:ext cx="10058401" cy="707886"/>
          </a:xfrm>
          <a:prstGeom prst="rect">
            <a:avLst/>
          </a:prstGeom>
          <a:noFill/>
        </p:spPr>
        <p:txBody>
          <a:bodyPr wrap="square" rtlCol="0">
            <a:spAutoFit/>
          </a:bodyPr>
          <a:lstStyle/>
          <a:p>
            <a:r>
              <a:rPr lang="en-US" sz="4000" dirty="0">
                <a:solidFill>
                  <a:schemeClr val="accent2">
                    <a:lumMod val="20000"/>
                    <a:lumOff val="80000"/>
                  </a:schemeClr>
                </a:solidFill>
              </a:rPr>
              <a:t>1</a:t>
            </a:r>
            <a:r>
              <a:rPr lang="en-US" sz="4000" dirty="0">
                <a:solidFill>
                  <a:schemeClr val="accent2"/>
                </a:solidFill>
              </a:rPr>
              <a:t>01</a:t>
            </a:r>
            <a:r>
              <a:rPr lang="en-US" sz="4000" dirty="0">
                <a:solidFill>
                  <a:schemeClr val="accent2">
                    <a:lumMod val="20000"/>
                    <a:lumOff val="80000"/>
                  </a:schemeClr>
                </a:solidFill>
              </a:rPr>
              <a:t>			0</a:t>
            </a:r>
            <a:r>
              <a:rPr lang="en-US" sz="4000" dirty="0">
                <a:solidFill>
                  <a:schemeClr val="accent2"/>
                </a:solidFill>
              </a:rPr>
              <a:t>01			</a:t>
            </a:r>
            <a:r>
              <a:rPr lang="en-US" sz="4000" dirty="0">
                <a:solidFill>
                  <a:schemeClr val="accent2">
                    <a:lumMod val="20000"/>
                    <a:lumOff val="80000"/>
                  </a:schemeClr>
                </a:solidFill>
              </a:rPr>
              <a:t>0</a:t>
            </a:r>
            <a:r>
              <a:rPr lang="en-US" sz="4000" dirty="0">
                <a:solidFill>
                  <a:schemeClr val="accent2"/>
                </a:solidFill>
              </a:rPr>
              <a:t>10 		</a:t>
            </a:r>
            <a:r>
              <a:rPr lang="en-US" sz="4000" dirty="0">
                <a:solidFill>
                  <a:schemeClr val="accent2">
                    <a:lumMod val="20000"/>
                    <a:lumOff val="80000"/>
                  </a:schemeClr>
                </a:solidFill>
              </a:rPr>
              <a:t>0</a:t>
            </a:r>
            <a:r>
              <a:rPr lang="en-US" sz="4000" dirty="0">
                <a:solidFill>
                  <a:schemeClr val="accent2"/>
                </a:solidFill>
              </a:rPr>
              <a:t>11</a:t>
            </a:r>
          </a:p>
        </p:txBody>
      </p:sp>
      <p:sp>
        <p:nvSpPr>
          <p:cNvPr id="10" name="TextBox 9">
            <a:extLst>
              <a:ext uri="{FF2B5EF4-FFF2-40B4-BE49-F238E27FC236}">
                <a16:creationId xmlns:a16="http://schemas.microsoft.com/office/drawing/2014/main" id="{69B020E9-3D18-251D-629B-E02D1B2A592E}"/>
              </a:ext>
            </a:extLst>
          </p:cNvPr>
          <p:cNvSpPr txBox="1"/>
          <p:nvPr/>
        </p:nvSpPr>
        <p:spPr>
          <a:xfrm>
            <a:off x="1203155" y="5081222"/>
            <a:ext cx="10058401" cy="1323439"/>
          </a:xfrm>
          <a:prstGeom prst="rect">
            <a:avLst/>
          </a:prstGeom>
          <a:noFill/>
        </p:spPr>
        <p:txBody>
          <a:bodyPr wrap="square" rtlCol="0">
            <a:spAutoFit/>
          </a:bodyPr>
          <a:lstStyle/>
          <a:p>
            <a:r>
              <a:rPr lang="en-US" sz="4000" dirty="0">
                <a:solidFill>
                  <a:schemeClr val="accent2">
                    <a:lumMod val="20000"/>
                    <a:lumOff val="80000"/>
                  </a:schemeClr>
                </a:solidFill>
              </a:rPr>
              <a:t>0</a:t>
            </a:r>
            <a:r>
              <a:rPr lang="en-US" sz="4000" dirty="0">
                <a:solidFill>
                  <a:schemeClr val="accent2"/>
                </a:solidFill>
              </a:rPr>
              <a:t>01			</a:t>
            </a:r>
            <a:r>
              <a:rPr lang="en-US" sz="4000" dirty="0">
                <a:solidFill>
                  <a:schemeClr val="accent2">
                    <a:lumMod val="20000"/>
                    <a:lumOff val="80000"/>
                  </a:schemeClr>
                </a:solidFill>
              </a:rPr>
              <a:t>0</a:t>
            </a:r>
            <a:r>
              <a:rPr lang="en-US" sz="4000" dirty="0">
                <a:solidFill>
                  <a:schemeClr val="accent2"/>
                </a:solidFill>
              </a:rPr>
              <a:t>10 		</a:t>
            </a:r>
            <a:r>
              <a:rPr lang="en-US" sz="4000" dirty="0">
                <a:solidFill>
                  <a:schemeClr val="accent2">
                    <a:lumMod val="20000"/>
                    <a:lumOff val="80000"/>
                  </a:schemeClr>
                </a:solidFill>
              </a:rPr>
              <a:t>0</a:t>
            </a:r>
            <a:r>
              <a:rPr lang="en-US" sz="4000" dirty="0">
                <a:solidFill>
                  <a:schemeClr val="accent2"/>
                </a:solidFill>
              </a:rPr>
              <a:t>11			</a:t>
            </a:r>
            <a:r>
              <a:rPr lang="en-US" sz="4000" dirty="0">
                <a:solidFill>
                  <a:schemeClr val="accent2">
                    <a:lumMod val="20000"/>
                    <a:lumOff val="80000"/>
                  </a:schemeClr>
                </a:solidFill>
              </a:rPr>
              <a:t>1</a:t>
            </a:r>
            <a:r>
              <a:rPr lang="en-US" sz="4000" dirty="0">
                <a:solidFill>
                  <a:schemeClr val="accent2"/>
                </a:solidFill>
              </a:rPr>
              <a:t>01</a:t>
            </a:r>
            <a:r>
              <a:rPr lang="en-US" sz="4000" dirty="0">
                <a:solidFill>
                  <a:schemeClr val="accent2">
                    <a:lumMod val="20000"/>
                    <a:lumOff val="80000"/>
                  </a:schemeClr>
                </a:solidFill>
              </a:rPr>
              <a:t>	  	</a:t>
            </a:r>
            <a:endParaRPr lang="en-US" sz="4000" dirty="0">
              <a:solidFill>
                <a:schemeClr val="accent2"/>
              </a:solidFill>
            </a:endParaRPr>
          </a:p>
        </p:txBody>
      </p:sp>
      <p:sp>
        <p:nvSpPr>
          <p:cNvPr id="11" name="TextBox 10">
            <a:extLst>
              <a:ext uri="{FF2B5EF4-FFF2-40B4-BE49-F238E27FC236}">
                <a16:creationId xmlns:a16="http://schemas.microsoft.com/office/drawing/2014/main" id="{41915434-EA82-ED3C-C747-5687948A037D}"/>
              </a:ext>
            </a:extLst>
          </p:cNvPr>
          <p:cNvSpPr txBox="1"/>
          <p:nvPr/>
        </p:nvSpPr>
        <p:spPr>
          <a:xfrm>
            <a:off x="1443787" y="5706831"/>
            <a:ext cx="10058401" cy="707886"/>
          </a:xfrm>
          <a:prstGeom prst="rect">
            <a:avLst/>
          </a:prstGeom>
          <a:noFill/>
        </p:spPr>
        <p:txBody>
          <a:bodyPr wrap="square" rtlCol="0">
            <a:spAutoFit/>
          </a:bodyPr>
          <a:lstStyle/>
          <a:p>
            <a:r>
              <a:rPr lang="en-US" sz="4000" dirty="0">
                <a:solidFill>
                  <a:schemeClr val="accent2">
                    <a:lumMod val="20000"/>
                    <a:lumOff val="80000"/>
                  </a:schemeClr>
                </a:solidFill>
              </a:rPr>
              <a:t>1			2			3			5</a:t>
            </a:r>
          </a:p>
        </p:txBody>
      </p:sp>
    </p:spTree>
    <p:extLst>
      <p:ext uri="{BB962C8B-B14F-4D97-AF65-F5344CB8AC3E}">
        <p14:creationId xmlns:p14="http://schemas.microsoft.com/office/powerpoint/2010/main" val="26121563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22658692-FA3E-84DA-13FA-8C2F42372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87DAD6-8390-3223-5548-F1DAEF5EBAC2}"/>
              </a:ext>
            </a:extLst>
          </p:cNvPr>
          <p:cNvSpPr>
            <a:spLocks noGrp="1"/>
          </p:cNvSpPr>
          <p:nvPr>
            <p:ph type="ctrTitle"/>
          </p:nvPr>
        </p:nvSpPr>
        <p:spPr/>
        <p:txBody>
          <a:bodyPr>
            <a:normAutofit/>
          </a:bodyPr>
          <a:lstStyle/>
          <a:p>
            <a:r>
              <a:rPr lang="en-US" sz="4800" dirty="0">
                <a:solidFill>
                  <a:srgbClr val="FFC000"/>
                </a:solidFill>
              </a:rPr>
              <a:t>Searching</a:t>
            </a:r>
          </a:p>
        </p:txBody>
      </p:sp>
      <p:sp>
        <p:nvSpPr>
          <p:cNvPr id="3" name="Subtitle 2">
            <a:extLst>
              <a:ext uri="{FF2B5EF4-FFF2-40B4-BE49-F238E27FC236}">
                <a16:creationId xmlns:a16="http://schemas.microsoft.com/office/drawing/2014/main" id="{C056EF1D-185E-B0CD-B563-C5A34221D3ED}"/>
              </a:ext>
            </a:extLst>
          </p:cNvPr>
          <p:cNvSpPr>
            <a:spLocks noGrp="1"/>
          </p:cNvSpPr>
          <p:nvPr>
            <p:ph type="subTitle" idx="1"/>
          </p:nvPr>
        </p:nvSpPr>
        <p:spPr/>
        <p:txBody>
          <a:bodyPr/>
          <a:lstStyle/>
          <a:p>
            <a:r>
              <a:rPr lang="en-US" dirty="0">
                <a:solidFill>
                  <a:schemeClr val="bg1"/>
                </a:solidFill>
              </a:rPr>
              <a:t>Unit-03.04</a:t>
            </a:r>
          </a:p>
        </p:txBody>
      </p:sp>
    </p:spTree>
    <p:extLst>
      <p:ext uri="{BB962C8B-B14F-4D97-AF65-F5344CB8AC3E}">
        <p14:creationId xmlns:p14="http://schemas.microsoft.com/office/powerpoint/2010/main" val="8457015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AFA6245F-71AD-06D7-F14A-8A0B21BF80A5}"/>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90F0FFB1-1577-15BA-F7E8-5BAAD576FFB6}"/>
              </a:ext>
            </a:extLst>
          </p:cNvPr>
          <p:cNvPicPr>
            <a:picLocks noChangeAspect="1"/>
          </p:cNvPicPr>
          <p:nvPr/>
        </p:nvPicPr>
        <p:blipFill>
          <a:blip r:embed="rId2"/>
          <a:stretch>
            <a:fillRect/>
          </a:stretch>
        </p:blipFill>
        <p:spPr>
          <a:xfrm>
            <a:off x="0" y="0"/>
            <a:ext cx="7076627" cy="2242303"/>
          </a:xfrm>
          <a:prstGeom prst="rect">
            <a:avLst/>
          </a:prstGeom>
        </p:spPr>
      </p:pic>
      <p:pic>
        <p:nvPicPr>
          <p:cNvPr id="13" name="Picture 12">
            <a:extLst>
              <a:ext uri="{FF2B5EF4-FFF2-40B4-BE49-F238E27FC236}">
                <a16:creationId xmlns:a16="http://schemas.microsoft.com/office/drawing/2014/main" id="{AC49FFA0-7396-A1D3-CB11-6B2AEAD66EA2}"/>
              </a:ext>
            </a:extLst>
          </p:cNvPr>
          <p:cNvPicPr>
            <a:picLocks noChangeAspect="1"/>
          </p:cNvPicPr>
          <p:nvPr/>
        </p:nvPicPr>
        <p:blipFill>
          <a:blip r:embed="rId3"/>
          <a:stretch>
            <a:fillRect/>
          </a:stretch>
        </p:blipFill>
        <p:spPr>
          <a:xfrm>
            <a:off x="0" y="2242303"/>
            <a:ext cx="4530055" cy="962993"/>
          </a:xfrm>
          <a:prstGeom prst="rect">
            <a:avLst/>
          </a:prstGeom>
        </p:spPr>
      </p:pic>
      <p:pic>
        <p:nvPicPr>
          <p:cNvPr id="14" name="Picture 13">
            <a:extLst>
              <a:ext uri="{FF2B5EF4-FFF2-40B4-BE49-F238E27FC236}">
                <a16:creationId xmlns:a16="http://schemas.microsoft.com/office/drawing/2014/main" id="{824BC4F3-79CF-3ABC-A82C-4754B8C3FED1}"/>
              </a:ext>
            </a:extLst>
          </p:cNvPr>
          <p:cNvPicPr>
            <a:picLocks noChangeAspect="1"/>
          </p:cNvPicPr>
          <p:nvPr/>
        </p:nvPicPr>
        <p:blipFill>
          <a:blip r:embed="rId4"/>
          <a:stretch>
            <a:fillRect/>
          </a:stretch>
        </p:blipFill>
        <p:spPr>
          <a:xfrm>
            <a:off x="3339450" y="377305"/>
            <a:ext cx="8852550" cy="6137596"/>
          </a:xfrm>
          <a:prstGeom prst="rect">
            <a:avLst/>
          </a:prstGeom>
          <a:ln>
            <a:solidFill>
              <a:schemeClr val="accent2"/>
            </a:solidFill>
          </a:ln>
        </p:spPr>
      </p:pic>
      <p:pic>
        <p:nvPicPr>
          <p:cNvPr id="15" name="Picture 14">
            <a:extLst>
              <a:ext uri="{FF2B5EF4-FFF2-40B4-BE49-F238E27FC236}">
                <a16:creationId xmlns:a16="http://schemas.microsoft.com/office/drawing/2014/main" id="{0F33D4DE-9D93-C213-55CC-5E1A9F207BCE}"/>
              </a:ext>
            </a:extLst>
          </p:cNvPr>
          <p:cNvPicPr>
            <a:picLocks noChangeAspect="1"/>
          </p:cNvPicPr>
          <p:nvPr/>
        </p:nvPicPr>
        <p:blipFill rotWithShape="1">
          <a:blip r:embed="rId5"/>
          <a:srcRect r="68672"/>
          <a:stretch/>
        </p:blipFill>
        <p:spPr>
          <a:xfrm>
            <a:off x="0" y="5189220"/>
            <a:ext cx="3240347" cy="1668780"/>
          </a:xfrm>
          <a:prstGeom prst="rect">
            <a:avLst/>
          </a:prstGeom>
          <a:ln>
            <a:solidFill>
              <a:schemeClr val="accent2"/>
            </a:solidFill>
          </a:ln>
        </p:spPr>
      </p:pic>
      <p:sp>
        <p:nvSpPr>
          <p:cNvPr id="2" name="TextBox 1">
            <a:extLst>
              <a:ext uri="{FF2B5EF4-FFF2-40B4-BE49-F238E27FC236}">
                <a16:creationId xmlns:a16="http://schemas.microsoft.com/office/drawing/2014/main" id="{92840D90-1D8C-A437-1A22-90318B9A45F7}"/>
              </a:ext>
            </a:extLst>
          </p:cNvPr>
          <p:cNvSpPr txBox="1"/>
          <p:nvPr/>
        </p:nvSpPr>
        <p:spPr>
          <a:xfrm>
            <a:off x="8044956" y="2057637"/>
            <a:ext cx="2862643" cy="369332"/>
          </a:xfrm>
          <a:prstGeom prst="rect">
            <a:avLst/>
          </a:prstGeom>
          <a:noFill/>
        </p:spPr>
        <p:txBody>
          <a:bodyPr wrap="none" rtlCol="0">
            <a:spAutoFit/>
          </a:bodyPr>
          <a:lstStyle/>
          <a:p>
            <a:r>
              <a:rPr lang="en-US" b="1" dirty="0">
                <a:solidFill>
                  <a:schemeClr val="bg1"/>
                </a:solidFill>
              </a:rPr>
              <a:t>Note, use </a:t>
            </a:r>
            <a:r>
              <a:rPr lang="en-US" b="1" dirty="0" err="1">
                <a:solidFill>
                  <a:schemeClr val="bg1"/>
                </a:solidFill>
              </a:rPr>
              <a:t>cls</a:t>
            </a:r>
            <a:r>
              <a:rPr lang="en-US" b="1" dirty="0">
                <a:solidFill>
                  <a:schemeClr val="bg1"/>
                </a:solidFill>
              </a:rPr>
              <a:t> for windows</a:t>
            </a:r>
          </a:p>
        </p:txBody>
      </p:sp>
    </p:spTree>
    <p:extLst>
      <p:ext uri="{BB962C8B-B14F-4D97-AF65-F5344CB8AC3E}">
        <p14:creationId xmlns:p14="http://schemas.microsoft.com/office/powerpoint/2010/main" val="11032386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69D6345B-3FB0-D1E5-598D-AE29C7CA63AC}"/>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03A3A5F5-52DC-EEAE-7B19-D673DD7D93C2}"/>
              </a:ext>
            </a:extLst>
          </p:cNvPr>
          <p:cNvPicPr>
            <a:picLocks noChangeAspect="1"/>
          </p:cNvPicPr>
          <p:nvPr/>
        </p:nvPicPr>
        <p:blipFill>
          <a:blip r:embed="rId2"/>
          <a:stretch>
            <a:fillRect/>
          </a:stretch>
        </p:blipFill>
        <p:spPr>
          <a:xfrm>
            <a:off x="0" y="0"/>
            <a:ext cx="7076627" cy="2242303"/>
          </a:xfrm>
          <a:prstGeom prst="rect">
            <a:avLst/>
          </a:prstGeom>
        </p:spPr>
      </p:pic>
      <p:pic>
        <p:nvPicPr>
          <p:cNvPr id="13" name="Picture 12">
            <a:extLst>
              <a:ext uri="{FF2B5EF4-FFF2-40B4-BE49-F238E27FC236}">
                <a16:creationId xmlns:a16="http://schemas.microsoft.com/office/drawing/2014/main" id="{EC13BD35-5A5C-2F26-485A-98120688ADB7}"/>
              </a:ext>
            </a:extLst>
          </p:cNvPr>
          <p:cNvPicPr>
            <a:picLocks noChangeAspect="1"/>
          </p:cNvPicPr>
          <p:nvPr/>
        </p:nvPicPr>
        <p:blipFill>
          <a:blip r:embed="rId3"/>
          <a:stretch>
            <a:fillRect/>
          </a:stretch>
        </p:blipFill>
        <p:spPr>
          <a:xfrm>
            <a:off x="0" y="2242303"/>
            <a:ext cx="4530055" cy="962993"/>
          </a:xfrm>
          <a:prstGeom prst="rect">
            <a:avLst/>
          </a:prstGeom>
        </p:spPr>
      </p:pic>
      <p:pic>
        <p:nvPicPr>
          <p:cNvPr id="14" name="Picture 13">
            <a:extLst>
              <a:ext uri="{FF2B5EF4-FFF2-40B4-BE49-F238E27FC236}">
                <a16:creationId xmlns:a16="http://schemas.microsoft.com/office/drawing/2014/main" id="{377B87D7-1A58-622C-C814-5C5B4AF2F3ED}"/>
              </a:ext>
            </a:extLst>
          </p:cNvPr>
          <p:cNvPicPr>
            <a:picLocks noChangeAspect="1"/>
          </p:cNvPicPr>
          <p:nvPr/>
        </p:nvPicPr>
        <p:blipFill>
          <a:blip r:embed="rId4"/>
          <a:stretch>
            <a:fillRect/>
          </a:stretch>
        </p:blipFill>
        <p:spPr>
          <a:xfrm>
            <a:off x="3339450" y="360202"/>
            <a:ext cx="8852550" cy="6137596"/>
          </a:xfrm>
          <a:prstGeom prst="rect">
            <a:avLst/>
          </a:prstGeom>
          <a:ln>
            <a:solidFill>
              <a:schemeClr val="accent2"/>
            </a:solidFill>
          </a:ln>
        </p:spPr>
      </p:pic>
      <p:pic>
        <p:nvPicPr>
          <p:cNvPr id="15" name="Picture 14">
            <a:extLst>
              <a:ext uri="{FF2B5EF4-FFF2-40B4-BE49-F238E27FC236}">
                <a16:creationId xmlns:a16="http://schemas.microsoft.com/office/drawing/2014/main" id="{5F651AC0-8923-335B-64DB-F53F3032458C}"/>
              </a:ext>
            </a:extLst>
          </p:cNvPr>
          <p:cNvPicPr>
            <a:picLocks noChangeAspect="1"/>
          </p:cNvPicPr>
          <p:nvPr/>
        </p:nvPicPr>
        <p:blipFill rotWithShape="1">
          <a:blip r:embed="rId5"/>
          <a:srcRect r="68672"/>
          <a:stretch/>
        </p:blipFill>
        <p:spPr>
          <a:xfrm>
            <a:off x="0" y="5189220"/>
            <a:ext cx="3240347" cy="1668780"/>
          </a:xfrm>
          <a:prstGeom prst="rect">
            <a:avLst/>
          </a:prstGeom>
          <a:ln>
            <a:solidFill>
              <a:schemeClr val="accent2"/>
            </a:solidFill>
          </a:ln>
        </p:spPr>
      </p:pic>
      <p:sp>
        <p:nvSpPr>
          <p:cNvPr id="2" name="Down Arrow 1">
            <a:extLst>
              <a:ext uri="{FF2B5EF4-FFF2-40B4-BE49-F238E27FC236}">
                <a16:creationId xmlns:a16="http://schemas.microsoft.com/office/drawing/2014/main" id="{735DAC66-54DE-B23A-112E-AFB5D2B5A87B}"/>
              </a:ext>
            </a:extLst>
          </p:cNvPr>
          <p:cNvSpPr/>
          <p:nvPr/>
        </p:nvSpPr>
        <p:spPr>
          <a:xfrm rot="10800000">
            <a:off x="2046912" y="2182582"/>
            <a:ext cx="721453" cy="1829347"/>
          </a:xfrm>
          <a:prstGeom prst="downArrow">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BC7DE1C5-BA42-3033-1527-37D598F5FE5F}"/>
              </a:ext>
            </a:extLst>
          </p:cNvPr>
          <p:cNvSpPr/>
          <p:nvPr/>
        </p:nvSpPr>
        <p:spPr>
          <a:xfrm>
            <a:off x="1590393" y="4154805"/>
            <a:ext cx="1634490" cy="8915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10M ?</a:t>
            </a:r>
          </a:p>
        </p:txBody>
      </p:sp>
    </p:spTree>
    <p:extLst>
      <p:ext uri="{BB962C8B-B14F-4D97-AF65-F5344CB8AC3E}">
        <p14:creationId xmlns:p14="http://schemas.microsoft.com/office/powerpoint/2010/main" val="11830828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0B8A229F-2A9D-5A30-26DC-EB6A3AC990DC}"/>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DD728BFD-C7E2-32FE-F280-B9521D4BD0E5}"/>
              </a:ext>
            </a:extLst>
          </p:cNvPr>
          <p:cNvSpPr/>
          <p:nvPr/>
        </p:nvSpPr>
        <p:spPr>
          <a:xfrm>
            <a:off x="83439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ln w="0"/>
                <a:solidFill>
                  <a:schemeClr val="tx1"/>
                </a:solidFill>
                <a:effectLst>
                  <a:outerShdw blurRad="38100" dist="19050" dir="2700000" algn="tl" rotWithShape="0">
                    <a:schemeClr val="dk1">
                      <a:alpha val="40000"/>
                    </a:schemeClr>
                  </a:outerShdw>
                </a:effectLst>
              </a:rPr>
              <a:t>?</a:t>
            </a:r>
            <a:endParaRPr lang="en-US" sz="3600" dirty="0"/>
          </a:p>
        </p:txBody>
      </p:sp>
      <p:sp>
        <p:nvSpPr>
          <p:cNvPr id="5" name="Rounded Rectangle 4">
            <a:extLst>
              <a:ext uri="{FF2B5EF4-FFF2-40B4-BE49-F238E27FC236}">
                <a16:creationId xmlns:a16="http://schemas.microsoft.com/office/drawing/2014/main" id="{69542DE2-F450-CF62-C06B-3E6DC1826DF9}"/>
              </a:ext>
            </a:extLst>
          </p:cNvPr>
          <p:cNvSpPr/>
          <p:nvPr/>
        </p:nvSpPr>
        <p:spPr>
          <a:xfrm>
            <a:off x="278130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ln w="0"/>
                <a:solidFill>
                  <a:schemeClr val="tx1"/>
                </a:solidFill>
                <a:effectLst>
                  <a:outerShdw blurRad="38100" dist="19050" dir="2700000" algn="tl" rotWithShape="0">
                    <a:schemeClr val="dk1">
                      <a:alpha val="40000"/>
                    </a:schemeClr>
                  </a:outerShdw>
                </a:effectLst>
              </a:rPr>
              <a:t>?</a:t>
            </a:r>
            <a:endParaRPr lang="en-US" sz="3600" dirty="0"/>
          </a:p>
        </p:txBody>
      </p:sp>
      <p:sp>
        <p:nvSpPr>
          <p:cNvPr id="6" name="Rounded Rectangle 5">
            <a:extLst>
              <a:ext uri="{FF2B5EF4-FFF2-40B4-BE49-F238E27FC236}">
                <a16:creationId xmlns:a16="http://schemas.microsoft.com/office/drawing/2014/main" id="{ED7C9D89-2333-753C-C395-C7CAF1E88A91}"/>
              </a:ext>
            </a:extLst>
          </p:cNvPr>
          <p:cNvSpPr/>
          <p:nvPr/>
        </p:nvSpPr>
        <p:spPr>
          <a:xfrm>
            <a:off x="472821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ln w="0"/>
                <a:solidFill>
                  <a:schemeClr val="tx1"/>
                </a:solidFill>
                <a:effectLst>
                  <a:outerShdw blurRad="38100" dist="19050" dir="2700000" algn="tl" rotWithShape="0">
                    <a:schemeClr val="dk1">
                      <a:alpha val="40000"/>
                    </a:schemeClr>
                  </a:outerShdw>
                </a:effectLst>
              </a:rPr>
              <a:t>?</a:t>
            </a:r>
            <a:endParaRPr lang="en-US" sz="3600" dirty="0"/>
          </a:p>
        </p:txBody>
      </p:sp>
      <p:sp>
        <p:nvSpPr>
          <p:cNvPr id="7" name="Rounded Rectangle 6">
            <a:extLst>
              <a:ext uri="{FF2B5EF4-FFF2-40B4-BE49-F238E27FC236}">
                <a16:creationId xmlns:a16="http://schemas.microsoft.com/office/drawing/2014/main" id="{1C912BA7-9C8A-F03F-87C1-6104A27753B3}"/>
              </a:ext>
            </a:extLst>
          </p:cNvPr>
          <p:cNvSpPr/>
          <p:nvPr/>
        </p:nvSpPr>
        <p:spPr>
          <a:xfrm>
            <a:off x="677799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ln w="0"/>
                <a:solidFill>
                  <a:schemeClr val="tx1"/>
                </a:solidFill>
                <a:effectLst>
                  <a:outerShdw blurRad="38100" dist="19050" dir="2700000" algn="tl" rotWithShape="0">
                    <a:schemeClr val="dk1">
                      <a:alpha val="40000"/>
                    </a:schemeClr>
                  </a:outerShdw>
                </a:effectLst>
              </a:rPr>
              <a:t>?</a:t>
            </a:r>
            <a:endParaRPr lang="en-US" sz="3600" dirty="0"/>
          </a:p>
        </p:txBody>
      </p:sp>
      <p:sp>
        <p:nvSpPr>
          <p:cNvPr id="9" name="Rounded Rectangle 8">
            <a:extLst>
              <a:ext uri="{FF2B5EF4-FFF2-40B4-BE49-F238E27FC236}">
                <a16:creationId xmlns:a16="http://schemas.microsoft.com/office/drawing/2014/main" id="{FECB2451-C3EA-2C36-18DC-9EB928DA93D8}"/>
              </a:ext>
            </a:extLst>
          </p:cNvPr>
          <p:cNvSpPr/>
          <p:nvPr/>
        </p:nvSpPr>
        <p:spPr>
          <a:xfrm>
            <a:off x="1025652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ln w="0"/>
                <a:solidFill>
                  <a:schemeClr val="tx1"/>
                </a:solidFill>
                <a:effectLst>
                  <a:outerShdw blurRad="38100" dist="19050" dir="2700000" algn="tl" rotWithShape="0">
                    <a:schemeClr val="dk1">
                      <a:alpha val="40000"/>
                    </a:schemeClr>
                  </a:outerShdw>
                </a:effectLst>
              </a:rPr>
              <a:t>?</a:t>
            </a:r>
            <a:endParaRPr lang="en-US" sz="4000" dirty="0"/>
          </a:p>
        </p:txBody>
      </p:sp>
      <p:cxnSp>
        <p:nvCxnSpPr>
          <p:cNvPr id="11" name="Straight Connector 10">
            <a:extLst>
              <a:ext uri="{FF2B5EF4-FFF2-40B4-BE49-F238E27FC236}">
                <a16:creationId xmlns:a16="http://schemas.microsoft.com/office/drawing/2014/main" id="{44F87258-2384-00E0-317E-A6394B12F1E4}"/>
              </a:ext>
            </a:extLst>
          </p:cNvPr>
          <p:cNvCxnSpPr/>
          <p:nvPr/>
        </p:nvCxnSpPr>
        <p:spPr>
          <a:xfrm>
            <a:off x="8469630" y="3429000"/>
            <a:ext cx="1600200" cy="0"/>
          </a:xfrm>
          <a:prstGeom prst="line">
            <a:avLst/>
          </a:prstGeom>
          <a:ln w="38100">
            <a:solidFill>
              <a:schemeClr val="accent2">
                <a:lumMod val="20000"/>
                <a:lumOff val="80000"/>
              </a:schemeClr>
            </a:solidFill>
            <a:prstDash val="dash"/>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3888728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B6FBA5FC-2D2C-97C2-8813-5E6017DFA980}"/>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61C7FAEF-DD69-FE64-A2BE-40AB9C5FE4F2}"/>
              </a:ext>
            </a:extLst>
          </p:cNvPr>
          <p:cNvSpPr/>
          <p:nvPr/>
        </p:nvSpPr>
        <p:spPr>
          <a:xfrm>
            <a:off x="83439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a:t>
            </a:r>
          </a:p>
        </p:txBody>
      </p:sp>
      <p:sp>
        <p:nvSpPr>
          <p:cNvPr id="5" name="Rounded Rectangle 4">
            <a:extLst>
              <a:ext uri="{FF2B5EF4-FFF2-40B4-BE49-F238E27FC236}">
                <a16:creationId xmlns:a16="http://schemas.microsoft.com/office/drawing/2014/main" id="{AEE23891-E4BF-FE25-751C-055A7AAAC5DE}"/>
              </a:ext>
            </a:extLst>
          </p:cNvPr>
          <p:cNvSpPr/>
          <p:nvPr/>
        </p:nvSpPr>
        <p:spPr>
          <a:xfrm>
            <a:off x="278130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44918C4A-9061-EB0A-445D-43A4226DA23C}"/>
              </a:ext>
            </a:extLst>
          </p:cNvPr>
          <p:cNvSpPr/>
          <p:nvPr/>
        </p:nvSpPr>
        <p:spPr>
          <a:xfrm>
            <a:off x="472821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p>
        </p:txBody>
      </p:sp>
      <p:sp>
        <p:nvSpPr>
          <p:cNvPr id="7" name="Rounded Rectangle 6">
            <a:extLst>
              <a:ext uri="{FF2B5EF4-FFF2-40B4-BE49-F238E27FC236}">
                <a16:creationId xmlns:a16="http://schemas.microsoft.com/office/drawing/2014/main" id="{1151A6E1-C13E-0C63-D1CC-E2D2CF93C75E}"/>
              </a:ext>
            </a:extLst>
          </p:cNvPr>
          <p:cNvSpPr/>
          <p:nvPr/>
        </p:nvSpPr>
        <p:spPr>
          <a:xfrm>
            <a:off x="677799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ln w="0"/>
              <a:solidFill>
                <a:schemeClr val="tx1"/>
              </a:solidFill>
              <a:effectLst>
                <a:outerShdw blurRad="38100" dist="19050" dir="2700000" algn="tl" rotWithShape="0">
                  <a:schemeClr val="dk1">
                    <a:alpha val="40000"/>
                  </a:schemeClr>
                </a:outerShdw>
              </a:effectLst>
            </a:endParaRPr>
          </a:p>
        </p:txBody>
      </p:sp>
      <p:sp>
        <p:nvSpPr>
          <p:cNvPr id="9" name="Rounded Rectangle 8">
            <a:extLst>
              <a:ext uri="{FF2B5EF4-FFF2-40B4-BE49-F238E27FC236}">
                <a16:creationId xmlns:a16="http://schemas.microsoft.com/office/drawing/2014/main" id="{49636085-AFD4-92C8-A437-FF02DB042BEE}"/>
              </a:ext>
            </a:extLst>
          </p:cNvPr>
          <p:cNvSpPr/>
          <p:nvPr/>
        </p:nvSpPr>
        <p:spPr>
          <a:xfrm>
            <a:off x="1025652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438DA059-C4E9-C055-5A01-851AE1C8CB8F}"/>
              </a:ext>
            </a:extLst>
          </p:cNvPr>
          <p:cNvCxnSpPr/>
          <p:nvPr/>
        </p:nvCxnSpPr>
        <p:spPr>
          <a:xfrm>
            <a:off x="8469630" y="3429000"/>
            <a:ext cx="1600200" cy="0"/>
          </a:xfrm>
          <a:prstGeom prst="line">
            <a:avLst/>
          </a:prstGeom>
          <a:ln w="38100">
            <a:solidFill>
              <a:schemeClr val="accent2">
                <a:lumMod val="20000"/>
                <a:lumOff val="80000"/>
              </a:schemeClr>
            </a:solidFill>
            <a:prstDash val="dash"/>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5752663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E15C6EE2-0046-4514-1CFD-CE3F56E9BED0}"/>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4354F4F1-5153-EB4C-786C-82C6D21212FC}"/>
              </a:ext>
            </a:extLst>
          </p:cNvPr>
          <p:cNvSpPr/>
          <p:nvPr/>
        </p:nvSpPr>
        <p:spPr>
          <a:xfrm>
            <a:off x="83439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8AA6CC91-F8F7-3B9B-D3AE-D6E97FAF4F15}"/>
              </a:ext>
            </a:extLst>
          </p:cNvPr>
          <p:cNvSpPr/>
          <p:nvPr/>
        </p:nvSpPr>
        <p:spPr>
          <a:xfrm>
            <a:off x="278130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13C41B87-EC52-8D92-E4B3-E8BA68B14819}"/>
              </a:ext>
            </a:extLst>
          </p:cNvPr>
          <p:cNvSpPr/>
          <p:nvPr/>
        </p:nvSpPr>
        <p:spPr>
          <a:xfrm>
            <a:off x="472821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a:t>
            </a:r>
          </a:p>
        </p:txBody>
      </p:sp>
      <p:sp>
        <p:nvSpPr>
          <p:cNvPr id="7" name="Rounded Rectangle 6">
            <a:extLst>
              <a:ext uri="{FF2B5EF4-FFF2-40B4-BE49-F238E27FC236}">
                <a16:creationId xmlns:a16="http://schemas.microsoft.com/office/drawing/2014/main" id="{611C59F5-F5FE-ED0D-E179-7322DE594E81}"/>
              </a:ext>
            </a:extLst>
          </p:cNvPr>
          <p:cNvSpPr/>
          <p:nvPr/>
        </p:nvSpPr>
        <p:spPr>
          <a:xfrm>
            <a:off x="677799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ln w="0"/>
              <a:solidFill>
                <a:schemeClr val="tx1"/>
              </a:solidFill>
              <a:effectLst>
                <a:outerShdw blurRad="38100" dist="19050" dir="2700000" algn="tl" rotWithShape="0">
                  <a:schemeClr val="dk1">
                    <a:alpha val="40000"/>
                  </a:schemeClr>
                </a:outerShdw>
              </a:effectLst>
            </a:endParaRPr>
          </a:p>
        </p:txBody>
      </p:sp>
      <p:sp>
        <p:nvSpPr>
          <p:cNvPr id="9" name="Rounded Rectangle 8">
            <a:extLst>
              <a:ext uri="{FF2B5EF4-FFF2-40B4-BE49-F238E27FC236}">
                <a16:creationId xmlns:a16="http://schemas.microsoft.com/office/drawing/2014/main" id="{0F8B967B-C2D4-28BF-F651-65B431611796}"/>
              </a:ext>
            </a:extLst>
          </p:cNvPr>
          <p:cNvSpPr/>
          <p:nvPr/>
        </p:nvSpPr>
        <p:spPr>
          <a:xfrm>
            <a:off x="1025652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A4BFBF70-116E-E0A0-24B1-B4BCF63C3872}"/>
              </a:ext>
            </a:extLst>
          </p:cNvPr>
          <p:cNvCxnSpPr/>
          <p:nvPr/>
        </p:nvCxnSpPr>
        <p:spPr>
          <a:xfrm>
            <a:off x="8469630" y="3429000"/>
            <a:ext cx="1600200" cy="0"/>
          </a:xfrm>
          <a:prstGeom prst="line">
            <a:avLst/>
          </a:prstGeom>
          <a:ln w="38100">
            <a:solidFill>
              <a:schemeClr val="accent2">
                <a:lumMod val="20000"/>
                <a:lumOff val="80000"/>
              </a:schemeClr>
            </a:solidFill>
            <a:prstDash val="dash"/>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3749737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78D07E40-4676-9D57-3B11-D35C2259BE6C}"/>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0D46632B-B6B6-00EA-7D4C-467590F8455C}"/>
              </a:ext>
            </a:extLst>
          </p:cNvPr>
          <p:cNvSpPr/>
          <p:nvPr/>
        </p:nvSpPr>
        <p:spPr>
          <a:xfrm>
            <a:off x="83439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CEEBFC14-8FE3-D634-CA7E-4C1DA332559E}"/>
              </a:ext>
            </a:extLst>
          </p:cNvPr>
          <p:cNvSpPr/>
          <p:nvPr/>
        </p:nvSpPr>
        <p:spPr>
          <a:xfrm>
            <a:off x="278130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2A5E1E7F-93E3-9A74-48DF-541EFF8A6C1C}"/>
              </a:ext>
            </a:extLst>
          </p:cNvPr>
          <p:cNvSpPr/>
          <p:nvPr/>
        </p:nvSpPr>
        <p:spPr>
          <a:xfrm>
            <a:off x="472821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p>
        </p:txBody>
      </p:sp>
      <p:sp>
        <p:nvSpPr>
          <p:cNvPr id="7" name="Rounded Rectangle 6">
            <a:extLst>
              <a:ext uri="{FF2B5EF4-FFF2-40B4-BE49-F238E27FC236}">
                <a16:creationId xmlns:a16="http://schemas.microsoft.com/office/drawing/2014/main" id="{ECC2D6C5-18FD-C2DC-B2B2-1441AC743ED3}"/>
              </a:ext>
            </a:extLst>
          </p:cNvPr>
          <p:cNvSpPr/>
          <p:nvPr/>
        </p:nvSpPr>
        <p:spPr>
          <a:xfrm>
            <a:off x="677799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ln w="0"/>
              <a:solidFill>
                <a:schemeClr val="tx1"/>
              </a:solidFill>
              <a:effectLst>
                <a:outerShdw blurRad="38100" dist="19050" dir="2700000" algn="tl" rotWithShape="0">
                  <a:schemeClr val="dk1">
                    <a:alpha val="40000"/>
                  </a:schemeClr>
                </a:outerShdw>
              </a:effectLst>
            </a:endParaRPr>
          </a:p>
        </p:txBody>
      </p:sp>
      <p:sp>
        <p:nvSpPr>
          <p:cNvPr id="9" name="Rounded Rectangle 8">
            <a:extLst>
              <a:ext uri="{FF2B5EF4-FFF2-40B4-BE49-F238E27FC236}">
                <a16:creationId xmlns:a16="http://schemas.microsoft.com/office/drawing/2014/main" id="{B15914DF-6BCD-CEC7-A6DB-C927D9ED4AB5}"/>
              </a:ext>
            </a:extLst>
          </p:cNvPr>
          <p:cNvSpPr/>
          <p:nvPr/>
        </p:nvSpPr>
        <p:spPr>
          <a:xfrm>
            <a:off x="1025652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a:t>
            </a:r>
          </a:p>
        </p:txBody>
      </p:sp>
      <p:cxnSp>
        <p:nvCxnSpPr>
          <p:cNvPr id="11" name="Straight Connector 10">
            <a:extLst>
              <a:ext uri="{FF2B5EF4-FFF2-40B4-BE49-F238E27FC236}">
                <a16:creationId xmlns:a16="http://schemas.microsoft.com/office/drawing/2014/main" id="{B546141B-DB22-89A0-5548-ECE2AACDBEAA}"/>
              </a:ext>
            </a:extLst>
          </p:cNvPr>
          <p:cNvCxnSpPr/>
          <p:nvPr/>
        </p:nvCxnSpPr>
        <p:spPr>
          <a:xfrm>
            <a:off x="8469630" y="3429000"/>
            <a:ext cx="1600200" cy="0"/>
          </a:xfrm>
          <a:prstGeom prst="line">
            <a:avLst/>
          </a:prstGeom>
          <a:ln w="38100">
            <a:solidFill>
              <a:schemeClr val="accent2">
                <a:lumMod val="20000"/>
                <a:lumOff val="80000"/>
              </a:schemeClr>
            </a:solidFill>
            <a:prstDash val="dash"/>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8965311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8CAD2262-84A5-8BA1-34D0-E1CF8A870C47}"/>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1E0770B8-478E-2BD4-EDC4-406AE0C1F6BD}"/>
              </a:ext>
            </a:extLst>
          </p:cNvPr>
          <p:cNvSpPr/>
          <p:nvPr/>
        </p:nvSpPr>
        <p:spPr>
          <a:xfrm>
            <a:off x="83439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ln w="0"/>
                <a:solidFill>
                  <a:schemeClr val="tx1"/>
                </a:solidFill>
                <a:effectLst>
                  <a:outerShdw blurRad="38100" dist="19050" dir="2700000" algn="tl" rotWithShape="0">
                    <a:schemeClr val="dk1">
                      <a:alpha val="40000"/>
                    </a:schemeClr>
                  </a:outerShdw>
                </a:effectLst>
              </a:rPr>
              <a:t>?</a:t>
            </a:r>
            <a:endParaRPr lang="en-US" sz="3600" dirty="0"/>
          </a:p>
        </p:txBody>
      </p:sp>
      <p:sp>
        <p:nvSpPr>
          <p:cNvPr id="5" name="Rounded Rectangle 4">
            <a:extLst>
              <a:ext uri="{FF2B5EF4-FFF2-40B4-BE49-F238E27FC236}">
                <a16:creationId xmlns:a16="http://schemas.microsoft.com/office/drawing/2014/main" id="{C03D7380-8D09-0933-95F8-D508BDD35FA0}"/>
              </a:ext>
            </a:extLst>
          </p:cNvPr>
          <p:cNvSpPr/>
          <p:nvPr/>
        </p:nvSpPr>
        <p:spPr>
          <a:xfrm>
            <a:off x="278130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ln w="0"/>
                <a:solidFill>
                  <a:schemeClr val="tx1"/>
                </a:solidFill>
                <a:effectLst>
                  <a:outerShdw blurRad="38100" dist="19050" dir="2700000" algn="tl" rotWithShape="0">
                    <a:schemeClr val="dk1">
                      <a:alpha val="40000"/>
                    </a:schemeClr>
                  </a:outerShdw>
                </a:effectLst>
              </a:rPr>
              <a:t>?</a:t>
            </a:r>
            <a:endParaRPr lang="en-US" sz="3600" dirty="0"/>
          </a:p>
        </p:txBody>
      </p:sp>
      <p:sp>
        <p:nvSpPr>
          <p:cNvPr id="6" name="Rounded Rectangle 5">
            <a:extLst>
              <a:ext uri="{FF2B5EF4-FFF2-40B4-BE49-F238E27FC236}">
                <a16:creationId xmlns:a16="http://schemas.microsoft.com/office/drawing/2014/main" id="{007F32F8-2219-6640-2113-58175440108E}"/>
              </a:ext>
            </a:extLst>
          </p:cNvPr>
          <p:cNvSpPr/>
          <p:nvPr/>
        </p:nvSpPr>
        <p:spPr>
          <a:xfrm>
            <a:off x="472821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ln w="0"/>
                <a:solidFill>
                  <a:schemeClr val="tx1"/>
                </a:solidFill>
                <a:effectLst>
                  <a:outerShdw blurRad="38100" dist="19050" dir="2700000" algn="tl" rotWithShape="0">
                    <a:schemeClr val="dk1">
                      <a:alpha val="40000"/>
                    </a:schemeClr>
                  </a:outerShdw>
                </a:effectLst>
              </a:rPr>
              <a:t>?</a:t>
            </a:r>
            <a:endParaRPr lang="en-US" sz="3600" dirty="0"/>
          </a:p>
        </p:txBody>
      </p:sp>
      <p:sp>
        <p:nvSpPr>
          <p:cNvPr id="7" name="Rounded Rectangle 6">
            <a:extLst>
              <a:ext uri="{FF2B5EF4-FFF2-40B4-BE49-F238E27FC236}">
                <a16:creationId xmlns:a16="http://schemas.microsoft.com/office/drawing/2014/main" id="{A61C74DA-C664-4A29-936C-C147FAF98977}"/>
              </a:ext>
            </a:extLst>
          </p:cNvPr>
          <p:cNvSpPr/>
          <p:nvPr/>
        </p:nvSpPr>
        <p:spPr>
          <a:xfrm>
            <a:off x="677799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ln w="0"/>
                <a:solidFill>
                  <a:schemeClr val="tx1"/>
                </a:solidFill>
                <a:effectLst>
                  <a:outerShdw blurRad="38100" dist="19050" dir="2700000" algn="tl" rotWithShape="0">
                    <a:schemeClr val="dk1">
                      <a:alpha val="40000"/>
                    </a:schemeClr>
                  </a:outerShdw>
                </a:effectLst>
              </a:rPr>
              <a:t>?</a:t>
            </a:r>
            <a:endParaRPr lang="en-US" sz="3600" dirty="0"/>
          </a:p>
        </p:txBody>
      </p:sp>
      <p:sp>
        <p:nvSpPr>
          <p:cNvPr id="9" name="Rounded Rectangle 8">
            <a:extLst>
              <a:ext uri="{FF2B5EF4-FFF2-40B4-BE49-F238E27FC236}">
                <a16:creationId xmlns:a16="http://schemas.microsoft.com/office/drawing/2014/main" id="{EAD4556F-61E8-7F35-C26B-9F288DDA59AD}"/>
              </a:ext>
            </a:extLst>
          </p:cNvPr>
          <p:cNvSpPr/>
          <p:nvPr/>
        </p:nvSpPr>
        <p:spPr>
          <a:xfrm>
            <a:off x="1025652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ln w="0"/>
                <a:solidFill>
                  <a:schemeClr val="tx1"/>
                </a:solidFill>
                <a:effectLst>
                  <a:outerShdw blurRad="38100" dist="19050" dir="2700000" algn="tl" rotWithShape="0">
                    <a:schemeClr val="dk1">
                      <a:alpha val="40000"/>
                    </a:schemeClr>
                  </a:outerShdw>
                </a:effectLst>
              </a:rPr>
              <a:t>?</a:t>
            </a:r>
            <a:endParaRPr lang="en-US" sz="4000" dirty="0"/>
          </a:p>
        </p:txBody>
      </p:sp>
      <p:cxnSp>
        <p:nvCxnSpPr>
          <p:cNvPr id="11" name="Straight Connector 10">
            <a:extLst>
              <a:ext uri="{FF2B5EF4-FFF2-40B4-BE49-F238E27FC236}">
                <a16:creationId xmlns:a16="http://schemas.microsoft.com/office/drawing/2014/main" id="{64D70BA2-EDD9-39AD-44BB-5FE109439858}"/>
              </a:ext>
            </a:extLst>
          </p:cNvPr>
          <p:cNvCxnSpPr/>
          <p:nvPr/>
        </p:nvCxnSpPr>
        <p:spPr>
          <a:xfrm>
            <a:off x="8469630" y="3429000"/>
            <a:ext cx="1600200" cy="0"/>
          </a:xfrm>
          <a:prstGeom prst="line">
            <a:avLst/>
          </a:prstGeom>
          <a:ln w="38100">
            <a:solidFill>
              <a:schemeClr val="accent2">
                <a:lumMod val="20000"/>
                <a:lumOff val="80000"/>
              </a:schemeClr>
            </a:solidFill>
            <a:prstDash val="dash"/>
          </a:ln>
        </p:spPr>
        <p:style>
          <a:lnRef idx="2">
            <a:schemeClr val="dk1"/>
          </a:lnRef>
          <a:fillRef idx="0">
            <a:schemeClr val="dk1"/>
          </a:fillRef>
          <a:effectRef idx="1">
            <a:schemeClr val="dk1"/>
          </a:effectRef>
          <a:fontRef idx="minor">
            <a:schemeClr val="tx1"/>
          </a:fontRef>
        </p:style>
      </p:cxnSp>
      <p:sp>
        <p:nvSpPr>
          <p:cNvPr id="3" name="Rounded Rectangle 2">
            <a:extLst>
              <a:ext uri="{FF2B5EF4-FFF2-40B4-BE49-F238E27FC236}">
                <a16:creationId xmlns:a16="http://schemas.microsoft.com/office/drawing/2014/main" id="{56FB52D6-F2AF-B1D4-4CEC-F3ACBECA3A80}"/>
              </a:ext>
            </a:extLst>
          </p:cNvPr>
          <p:cNvSpPr/>
          <p:nvPr/>
        </p:nvSpPr>
        <p:spPr>
          <a:xfrm>
            <a:off x="2377440" y="4491990"/>
            <a:ext cx="1536192"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1 - step</a:t>
            </a:r>
          </a:p>
        </p:txBody>
      </p:sp>
      <p:sp>
        <p:nvSpPr>
          <p:cNvPr id="8" name="Rounded Rectangle 7">
            <a:extLst>
              <a:ext uri="{FF2B5EF4-FFF2-40B4-BE49-F238E27FC236}">
                <a16:creationId xmlns:a16="http://schemas.microsoft.com/office/drawing/2014/main" id="{0A900412-FA19-44F5-AE1D-8B2F384373D0}"/>
              </a:ext>
            </a:extLst>
          </p:cNvPr>
          <p:cNvSpPr/>
          <p:nvPr/>
        </p:nvSpPr>
        <p:spPr>
          <a:xfrm>
            <a:off x="5149596" y="4491990"/>
            <a:ext cx="1536192"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m - steps</a:t>
            </a:r>
          </a:p>
        </p:txBody>
      </p:sp>
      <p:sp>
        <p:nvSpPr>
          <p:cNvPr id="10" name="Rounded Rectangle 9">
            <a:extLst>
              <a:ext uri="{FF2B5EF4-FFF2-40B4-BE49-F238E27FC236}">
                <a16:creationId xmlns:a16="http://schemas.microsoft.com/office/drawing/2014/main" id="{12154B8E-CF63-FA5F-C51D-D2361C371611}"/>
              </a:ext>
            </a:extLst>
          </p:cNvPr>
          <p:cNvSpPr/>
          <p:nvPr/>
        </p:nvSpPr>
        <p:spPr>
          <a:xfrm>
            <a:off x="8033766" y="4491990"/>
            <a:ext cx="1536192"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 - step</a:t>
            </a:r>
          </a:p>
        </p:txBody>
      </p:sp>
      <p:sp>
        <p:nvSpPr>
          <p:cNvPr id="13" name="Rounded Rectangle 12">
            <a:extLst>
              <a:ext uri="{FF2B5EF4-FFF2-40B4-BE49-F238E27FC236}">
                <a16:creationId xmlns:a16="http://schemas.microsoft.com/office/drawing/2014/main" id="{BE798A5D-AA76-6AC9-13D9-09752920E13E}"/>
              </a:ext>
            </a:extLst>
          </p:cNvPr>
          <p:cNvSpPr/>
          <p:nvPr/>
        </p:nvSpPr>
        <p:spPr>
          <a:xfrm>
            <a:off x="3683889" y="5458966"/>
            <a:ext cx="4467606" cy="724663"/>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Worst Case  = O(</a:t>
            </a:r>
            <a:r>
              <a:rPr lang="en-US" b="1" dirty="0" err="1">
                <a:ln w="0"/>
                <a:solidFill>
                  <a:schemeClr val="tx1"/>
                </a:solidFill>
                <a:effectLst>
                  <a:outerShdw blurRad="38100" dist="19050" dir="2700000" algn="tl" rotWithShape="0">
                    <a:schemeClr val="dk1">
                      <a:alpha val="40000"/>
                    </a:schemeClr>
                  </a:outerShdw>
                </a:effectLst>
              </a:rPr>
              <a:t>nlogn</a:t>
            </a:r>
            <a:r>
              <a:rPr lang="en-US" b="1" dirty="0">
                <a:ln w="0"/>
                <a:solidFill>
                  <a:schemeClr val="tx1"/>
                </a:solidFill>
                <a:effectLst>
                  <a:outerShdw blurRad="38100" dist="19050" dir="2700000" algn="tl" rotWithShape="0">
                    <a:schemeClr val="dk1">
                      <a:alpha val="40000"/>
                    </a:schemeClr>
                  </a:outerShdw>
                </a:effectLst>
              </a:rPr>
              <a:t>) + O(n) ~ O(</a:t>
            </a:r>
            <a:r>
              <a:rPr lang="en-US" b="1" dirty="0" err="1">
                <a:ln w="0"/>
                <a:solidFill>
                  <a:schemeClr val="tx1"/>
                </a:solidFill>
                <a:effectLst>
                  <a:outerShdw blurRad="38100" dist="19050" dir="2700000" algn="tl" rotWithShape="0">
                    <a:schemeClr val="dk1">
                      <a:alpha val="40000"/>
                    </a:schemeClr>
                  </a:outerShdw>
                </a:effectLst>
              </a:rPr>
              <a:t>nlogn</a:t>
            </a:r>
            <a:r>
              <a:rPr lang="en-US" b="1" dirty="0">
                <a:ln w="0"/>
                <a:solidFill>
                  <a:schemeClr val="tx1"/>
                </a:solidFill>
                <a:effectLst>
                  <a:outerShdw blurRad="38100" dist="19050" dir="2700000" algn="tl" rotWithShape="0">
                    <a:schemeClr val="dk1">
                      <a:alpha val="40000"/>
                    </a:schemeClr>
                  </a:outerShdw>
                </a:effectLst>
              </a:rPr>
              <a:t>)</a:t>
            </a:r>
          </a:p>
          <a:p>
            <a:pPr algn="ctr"/>
            <a:r>
              <a:rPr lang="en-US" b="1" dirty="0">
                <a:ln w="0"/>
                <a:solidFill>
                  <a:schemeClr val="tx1"/>
                </a:solidFill>
                <a:effectLst>
                  <a:outerShdw blurRad="38100" dist="19050" dir="2700000" algn="tl" rotWithShape="0">
                    <a:schemeClr val="dk1">
                      <a:alpha val="40000"/>
                    </a:schemeClr>
                  </a:outerShdw>
                </a:effectLst>
              </a:rPr>
              <a:t>Where is this </a:t>
            </a:r>
            <a:r>
              <a:rPr lang="en-US" b="1" dirty="0" err="1">
                <a:ln w="0"/>
                <a:solidFill>
                  <a:schemeClr val="tx1"/>
                </a:solidFill>
                <a:effectLst>
                  <a:outerShdw blurRad="38100" dist="19050" dir="2700000" algn="tl" rotWithShape="0">
                    <a:schemeClr val="dk1">
                      <a:alpha val="40000"/>
                    </a:schemeClr>
                  </a:outerShdw>
                </a:effectLst>
              </a:rPr>
              <a:t>nlogn</a:t>
            </a:r>
            <a:r>
              <a:rPr lang="en-US" b="1" dirty="0">
                <a:ln w="0"/>
                <a:solidFill>
                  <a:schemeClr val="tx1"/>
                </a:solidFill>
                <a:effectLst>
                  <a:outerShdw blurRad="38100" dist="19050" dir="2700000" algn="tl" rotWithShape="0">
                    <a:schemeClr val="dk1">
                      <a:alpha val="40000"/>
                    </a:schemeClr>
                  </a:outerShdw>
                </a:effectLst>
              </a:rPr>
              <a:t> coming from?</a:t>
            </a:r>
          </a:p>
        </p:txBody>
      </p:sp>
    </p:spTree>
    <p:extLst>
      <p:ext uri="{BB962C8B-B14F-4D97-AF65-F5344CB8AC3E}">
        <p14:creationId xmlns:p14="http://schemas.microsoft.com/office/powerpoint/2010/main" val="41216872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035A2060-9103-88CC-A086-916D47F7F4D9}"/>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5266A90E-E8AB-F2BD-AB13-FB4038461570}"/>
              </a:ext>
            </a:extLst>
          </p:cNvPr>
          <p:cNvSpPr/>
          <p:nvPr/>
        </p:nvSpPr>
        <p:spPr>
          <a:xfrm>
            <a:off x="83439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ln w="0"/>
                <a:solidFill>
                  <a:schemeClr val="tx1"/>
                </a:solidFill>
                <a:effectLst>
                  <a:outerShdw blurRad="38100" dist="19050" dir="2700000" algn="tl" rotWithShape="0">
                    <a:schemeClr val="dk1">
                      <a:alpha val="40000"/>
                    </a:schemeClr>
                  </a:outerShdw>
                </a:effectLst>
              </a:rPr>
              <a:t>?</a:t>
            </a:r>
            <a:endParaRPr lang="en-US" sz="3600" dirty="0"/>
          </a:p>
        </p:txBody>
      </p:sp>
      <p:sp>
        <p:nvSpPr>
          <p:cNvPr id="5" name="Rounded Rectangle 4">
            <a:extLst>
              <a:ext uri="{FF2B5EF4-FFF2-40B4-BE49-F238E27FC236}">
                <a16:creationId xmlns:a16="http://schemas.microsoft.com/office/drawing/2014/main" id="{748753B2-64F0-8DE1-9209-B9AFB6C0B85B}"/>
              </a:ext>
            </a:extLst>
          </p:cNvPr>
          <p:cNvSpPr/>
          <p:nvPr/>
        </p:nvSpPr>
        <p:spPr>
          <a:xfrm>
            <a:off x="278130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ln w="0"/>
                <a:solidFill>
                  <a:schemeClr val="tx1"/>
                </a:solidFill>
                <a:effectLst>
                  <a:outerShdw blurRad="38100" dist="19050" dir="2700000" algn="tl" rotWithShape="0">
                    <a:schemeClr val="dk1">
                      <a:alpha val="40000"/>
                    </a:schemeClr>
                  </a:outerShdw>
                </a:effectLst>
              </a:rPr>
              <a:t>?</a:t>
            </a:r>
            <a:endParaRPr lang="en-US" sz="3600" dirty="0"/>
          </a:p>
        </p:txBody>
      </p:sp>
      <p:sp>
        <p:nvSpPr>
          <p:cNvPr id="6" name="Rounded Rectangle 5">
            <a:extLst>
              <a:ext uri="{FF2B5EF4-FFF2-40B4-BE49-F238E27FC236}">
                <a16:creationId xmlns:a16="http://schemas.microsoft.com/office/drawing/2014/main" id="{A7CB97EF-9F80-11C6-E373-C9B5A182355B}"/>
              </a:ext>
            </a:extLst>
          </p:cNvPr>
          <p:cNvSpPr/>
          <p:nvPr/>
        </p:nvSpPr>
        <p:spPr>
          <a:xfrm>
            <a:off x="472821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ln w="0"/>
                <a:solidFill>
                  <a:schemeClr val="tx1"/>
                </a:solidFill>
                <a:effectLst>
                  <a:outerShdw blurRad="38100" dist="19050" dir="2700000" algn="tl" rotWithShape="0">
                    <a:schemeClr val="dk1">
                      <a:alpha val="40000"/>
                    </a:schemeClr>
                  </a:outerShdw>
                </a:effectLst>
              </a:rPr>
              <a:t>?</a:t>
            </a:r>
            <a:endParaRPr lang="en-US" sz="3600" dirty="0"/>
          </a:p>
        </p:txBody>
      </p:sp>
      <p:sp>
        <p:nvSpPr>
          <p:cNvPr id="7" name="Rounded Rectangle 6">
            <a:extLst>
              <a:ext uri="{FF2B5EF4-FFF2-40B4-BE49-F238E27FC236}">
                <a16:creationId xmlns:a16="http://schemas.microsoft.com/office/drawing/2014/main" id="{6057AB26-0257-F25B-AC7E-DC93036D15E3}"/>
              </a:ext>
            </a:extLst>
          </p:cNvPr>
          <p:cNvSpPr/>
          <p:nvPr/>
        </p:nvSpPr>
        <p:spPr>
          <a:xfrm>
            <a:off x="677799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ln w="0"/>
                <a:solidFill>
                  <a:schemeClr val="tx1"/>
                </a:solidFill>
                <a:effectLst>
                  <a:outerShdw blurRad="38100" dist="19050" dir="2700000" algn="tl" rotWithShape="0">
                    <a:schemeClr val="dk1">
                      <a:alpha val="40000"/>
                    </a:schemeClr>
                  </a:outerShdw>
                </a:effectLst>
              </a:rPr>
              <a:t>?</a:t>
            </a:r>
            <a:endParaRPr lang="en-US" sz="3600" dirty="0"/>
          </a:p>
        </p:txBody>
      </p:sp>
      <p:sp>
        <p:nvSpPr>
          <p:cNvPr id="9" name="Rounded Rectangle 8">
            <a:extLst>
              <a:ext uri="{FF2B5EF4-FFF2-40B4-BE49-F238E27FC236}">
                <a16:creationId xmlns:a16="http://schemas.microsoft.com/office/drawing/2014/main" id="{CD5FD708-A3DB-6250-6EAA-99BF88074775}"/>
              </a:ext>
            </a:extLst>
          </p:cNvPr>
          <p:cNvSpPr/>
          <p:nvPr/>
        </p:nvSpPr>
        <p:spPr>
          <a:xfrm>
            <a:off x="1025652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ln w="0"/>
                <a:solidFill>
                  <a:schemeClr val="tx1"/>
                </a:solidFill>
                <a:effectLst>
                  <a:outerShdw blurRad="38100" dist="19050" dir="2700000" algn="tl" rotWithShape="0">
                    <a:schemeClr val="dk1">
                      <a:alpha val="40000"/>
                    </a:schemeClr>
                  </a:outerShdw>
                </a:effectLst>
              </a:rPr>
              <a:t>?</a:t>
            </a:r>
            <a:endParaRPr lang="en-US" sz="4000" dirty="0"/>
          </a:p>
        </p:txBody>
      </p:sp>
      <p:cxnSp>
        <p:nvCxnSpPr>
          <p:cNvPr id="11" name="Straight Connector 10">
            <a:extLst>
              <a:ext uri="{FF2B5EF4-FFF2-40B4-BE49-F238E27FC236}">
                <a16:creationId xmlns:a16="http://schemas.microsoft.com/office/drawing/2014/main" id="{72271557-C5B6-68D6-03FC-6E50702BB668}"/>
              </a:ext>
            </a:extLst>
          </p:cNvPr>
          <p:cNvCxnSpPr/>
          <p:nvPr/>
        </p:nvCxnSpPr>
        <p:spPr>
          <a:xfrm>
            <a:off x="8469630" y="3429000"/>
            <a:ext cx="1600200" cy="0"/>
          </a:xfrm>
          <a:prstGeom prst="line">
            <a:avLst/>
          </a:prstGeom>
          <a:ln w="38100">
            <a:solidFill>
              <a:schemeClr val="accent2">
                <a:lumMod val="20000"/>
                <a:lumOff val="80000"/>
              </a:schemeClr>
            </a:solidFill>
            <a:prstDash val="dash"/>
          </a:ln>
        </p:spPr>
        <p:style>
          <a:lnRef idx="2">
            <a:schemeClr val="dk1"/>
          </a:lnRef>
          <a:fillRef idx="0">
            <a:schemeClr val="dk1"/>
          </a:fillRef>
          <a:effectRef idx="1">
            <a:schemeClr val="dk1"/>
          </a:effectRef>
          <a:fontRef idx="minor">
            <a:schemeClr val="tx1"/>
          </a:fontRef>
        </p:style>
      </p:cxnSp>
      <p:sp>
        <p:nvSpPr>
          <p:cNvPr id="3" name="Rounded Rectangle 2">
            <a:extLst>
              <a:ext uri="{FF2B5EF4-FFF2-40B4-BE49-F238E27FC236}">
                <a16:creationId xmlns:a16="http://schemas.microsoft.com/office/drawing/2014/main" id="{32B3BD1C-BF79-B451-51E7-61BEE4B1C614}"/>
              </a:ext>
            </a:extLst>
          </p:cNvPr>
          <p:cNvSpPr/>
          <p:nvPr/>
        </p:nvSpPr>
        <p:spPr>
          <a:xfrm>
            <a:off x="2377440" y="4491990"/>
            <a:ext cx="1536192"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1 - step</a:t>
            </a:r>
          </a:p>
        </p:txBody>
      </p:sp>
      <p:sp>
        <p:nvSpPr>
          <p:cNvPr id="8" name="Rounded Rectangle 7">
            <a:extLst>
              <a:ext uri="{FF2B5EF4-FFF2-40B4-BE49-F238E27FC236}">
                <a16:creationId xmlns:a16="http://schemas.microsoft.com/office/drawing/2014/main" id="{F45F970A-B0D0-B232-E420-4B1E2DE65F65}"/>
              </a:ext>
            </a:extLst>
          </p:cNvPr>
          <p:cNvSpPr/>
          <p:nvPr/>
        </p:nvSpPr>
        <p:spPr>
          <a:xfrm>
            <a:off x="5149596" y="4491990"/>
            <a:ext cx="1536192"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m - steps</a:t>
            </a:r>
          </a:p>
        </p:txBody>
      </p:sp>
      <p:sp>
        <p:nvSpPr>
          <p:cNvPr id="10" name="Rounded Rectangle 9">
            <a:extLst>
              <a:ext uri="{FF2B5EF4-FFF2-40B4-BE49-F238E27FC236}">
                <a16:creationId xmlns:a16="http://schemas.microsoft.com/office/drawing/2014/main" id="{CB46A43F-3389-2585-BCA7-4D1A9D96870D}"/>
              </a:ext>
            </a:extLst>
          </p:cNvPr>
          <p:cNvSpPr/>
          <p:nvPr/>
        </p:nvSpPr>
        <p:spPr>
          <a:xfrm>
            <a:off x="8033766" y="4491990"/>
            <a:ext cx="1536192"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 - step</a:t>
            </a:r>
          </a:p>
        </p:txBody>
      </p:sp>
      <p:sp>
        <p:nvSpPr>
          <p:cNvPr id="12" name="Rounded Rectangle 11">
            <a:extLst>
              <a:ext uri="{FF2B5EF4-FFF2-40B4-BE49-F238E27FC236}">
                <a16:creationId xmlns:a16="http://schemas.microsoft.com/office/drawing/2014/main" id="{6CA7A49B-12FB-1BD4-80B6-8ACEFE1C5BFC}"/>
              </a:ext>
            </a:extLst>
          </p:cNvPr>
          <p:cNvSpPr/>
          <p:nvPr/>
        </p:nvSpPr>
        <p:spPr>
          <a:xfrm>
            <a:off x="3683889" y="5458966"/>
            <a:ext cx="4467606" cy="724663"/>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Worst Case  = O(</a:t>
            </a:r>
            <a:r>
              <a:rPr lang="en-US" b="1" dirty="0" err="1">
                <a:ln w="0"/>
                <a:solidFill>
                  <a:schemeClr val="tx1"/>
                </a:solidFill>
                <a:effectLst>
                  <a:outerShdw blurRad="38100" dist="19050" dir="2700000" algn="tl" rotWithShape="0">
                    <a:schemeClr val="dk1">
                      <a:alpha val="40000"/>
                    </a:schemeClr>
                  </a:outerShdw>
                </a:effectLst>
              </a:rPr>
              <a:t>nlogn</a:t>
            </a:r>
            <a:r>
              <a:rPr lang="en-US" b="1" dirty="0">
                <a:ln w="0"/>
                <a:solidFill>
                  <a:schemeClr val="tx1"/>
                </a:solidFill>
                <a:effectLst>
                  <a:outerShdw blurRad="38100" dist="19050" dir="2700000" algn="tl" rotWithShape="0">
                    <a:schemeClr val="dk1">
                      <a:alpha val="40000"/>
                    </a:schemeClr>
                  </a:outerShdw>
                </a:effectLst>
              </a:rPr>
              <a:t>) + O(n) ~ O(</a:t>
            </a:r>
            <a:r>
              <a:rPr lang="en-US" b="1" dirty="0" err="1">
                <a:ln w="0"/>
                <a:solidFill>
                  <a:schemeClr val="tx1"/>
                </a:solidFill>
                <a:effectLst>
                  <a:outerShdw blurRad="38100" dist="19050" dir="2700000" algn="tl" rotWithShape="0">
                    <a:schemeClr val="dk1">
                      <a:alpha val="40000"/>
                    </a:schemeClr>
                  </a:outerShdw>
                </a:effectLst>
              </a:rPr>
              <a:t>nlogn</a:t>
            </a:r>
            <a:r>
              <a:rPr lang="en-US" b="1" dirty="0">
                <a:ln w="0"/>
                <a:solidFill>
                  <a:schemeClr val="tx1"/>
                </a:solidFill>
                <a:effectLst>
                  <a:outerShdw blurRad="38100" dist="19050" dir="2700000" algn="tl" rotWithShape="0">
                    <a:schemeClr val="dk1">
                      <a:alpha val="40000"/>
                    </a:schemeClr>
                  </a:outerShdw>
                </a:effectLst>
              </a:rPr>
              <a:t>)</a:t>
            </a:r>
          </a:p>
          <a:p>
            <a:pPr algn="ctr"/>
            <a:r>
              <a:rPr lang="en-US" b="1" dirty="0">
                <a:ln w="0"/>
                <a:solidFill>
                  <a:schemeClr val="tx1"/>
                </a:solidFill>
                <a:effectLst>
                  <a:outerShdw blurRad="38100" dist="19050" dir="2700000" algn="tl" rotWithShape="0">
                    <a:schemeClr val="dk1">
                      <a:alpha val="40000"/>
                    </a:schemeClr>
                  </a:outerShdw>
                </a:effectLst>
              </a:rPr>
              <a:t>Where is this </a:t>
            </a:r>
            <a:r>
              <a:rPr lang="en-US" b="1" dirty="0" err="1">
                <a:ln w="0"/>
                <a:solidFill>
                  <a:schemeClr val="tx1"/>
                </a:solidFill>
                <a:effectLst>
                  <a:outerShdw blurRad="38100" dist="19050" dir="2700000" algn="tl" rotWithShape="0">
                    <a:schemeClr val="dk1">
                      <a:alpha val="40000"/>
                    </a:schemeClr>
                  </a:outerShdw>
                </a:effectLst>
              </a:rPr>
              <a:t>nlogn</a:t>
            </a:r>
            <a:r>
              <a:rPr lang="en-US" b="1" dirty="0">
                <a:ln w="0"/>
                <a:solidFill>
                  <a:schemeClr val="tx1"/>
                </a:solidFill>
                <a:effectLst>
                  <a:outerShdw blurRad="38100" dist="19050" dir="2700000" algn="tl" rotWithShape="0">
                    <a:schemeClr val="dk1">
                      <a:alpha val="40000"/>
                    </a:schemeClr>
                  </a:outerShdw>
                </a:effectLst>
              </a:rPr>
              <a:t> coming from?</a:t>
            </a:r>
          </a:p>
        </p:txBody>
      </p:sp>
      <p:sp>
        <p:nvSpPr>
          <p:cNvPr id="2" name="Rounded Rectangle 1">
            <a:extLst>
              <a:ext uri="{FF2B5EF4-FFF2-40B4-BE49-F238E27FC236}">
                <a16:creationId xmlns:a16="http://schemas.microsoft.com/office/drawing/2014/main" id="{15BD8635-CB2B-AFC0-031A-D588BC526C9E}"/>
              </a:ext>
            </a:extLst>
          </p:cNvPr>
          <p:cNvSpPr/>
          <p:nvPr/>
        </p:nvSpPr>
        <p:spPr>
          <a:xfrm>
            <a:off x="3683889" y="6216776"/>
            <a:ext cx="4467606" cy="370331"/>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err="1">
                <a:ln w="0"/>
                <a:solidFill>
                  <a:schemeClr val="tx1"/>
                </a:solidFill>
                <a:effectLst>
                  <a:outerShdw blurRad="38100" dist="19050" dir="2700000" algn="tl" rotWithShape="0">
                    <a:schemeClr val="dk1">
                      <a:alpha val="40000"/>
                    </a:schemeClr>
                  </a:outerShdw>
                </a:effectLst>
              </a:rPr>
              <a:t>nlogn</a:t>
            </a:r>
            <a:r>
              <a:rPr lang="en-US" b="1" dirty="0">
                <a:ln w="0"/>
                <a:solidFill>
                  <a:schemeClr val="tx1"/>
                </a:solidFill>
                <a:effectLst>
                  <a:outerShdw blurRad="38100" dist="19050" dir="2700000" algn="tl" rotWithShape="0">
                    <a:schemeClr val="dk1">
                      <a:alpha val="40000"/>
                    </a:schemeClr>
                  </a:outerShdw>
                </a:effectLst>
              </a:rPr>
              <a:t> time for sorting the array</a:t>
            </a:r>
          </a:p>
        </p:txBody>
      </p:sp>
    </p:spTree>
    <p:extLst>
      <p:ext uri="{BB962C8B-B14F-4D97-AF65-F5344CB8AC3E}">
        <p14:creationId xmlns:p14="http://schemas.microsoft.com/office/powerpoint/2010/main" val="7821245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2FBA5064-DA72-C7F0-E29C-3E7246EFA5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3D1C33-9275-C044-107B-CC26BEDD2FC7}"/>
              </a:ext>
            </a:extLst>
          </p:cNvPr>
          <p:cNvSpPr>
            <a:spLocks noGrp="1"/>
          </p:cNvSpPr>
          <p:nvPr>
            <p:ph type="ctrTitle"/>
          </p:nvPr>
        </p:nvSpPr>
        <p:spPr>
          <a:xfrm>
            <a:off x="1524000" y="1922463"/>
            <a:ext cx="9144000" cy="2387600"/>
          </a:xfrm>
        </p:spPr>
        <p:txBody>
          <a:bodyPr>
            <a:normAutofit/>
          </a:bodyPr>
          <a:lstStyle/>
          <a:p>
            <a:r>
              <a:rPr lang="en-US" sz="4800" dirty="0">
                <a:solidFill>
                  <a:srgbClr val="FFC000"/>
                </a:solidFill>
              </a:rPr>
              <a:t>Can we improve?</a:t>
            </a:r>
            <a:br>
              <a:rPr lang="en-US" sz="4800" dirty="0">
                <a:solidFill>
                  <a:srgbClr val="FFC000"/>
                </a:solidFill>
              </a:rPr>
            </a:br>
            <a:r>
              <a:rPr lang="en-US" sz="4800" dirty="0">
                <a:solidFill>
                  <a:srgbClr val="FFC000"/>
                </a:solidFill>
              </a:rPr>
              <a:t>(Let’s think linearly one more time)</a:t>
            </a:r>
          </a:p>
        </p:txBody>
      </p:sp>
    </p:spTree>
    <p:extLst>
      <p:ext uri="{BB962C8B-B14F-4D97-AF65-F5344CB8AC3E}">
        <p14:creationId xmlns:p14="http://schemas.microsoft.com/office/powerpoint/2010/main" val="13893400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D38C36BC-9053-5C71-60FA-BF09947A774C}"/>
            </a:ext>
          </a:extLst>
        </p:cNvPr>
        <p:cNvGrpSpPr/>
        <p:nvPr/>
      </p:nvGrpSpPr>
      <p:grpSpPr>
        <a:xfrm>
          <a:off x="0" y="0"/>
          <a:ext cx="0" cy="0"/>
          <a:chOff x="0" y="0"/>
          <a:chExt cx="0" cy="0"/>
        </a:xfrm>
      </p:grpSpPr>
      <p:grpSp>
        <p:nvGrpSpPr>
          <p:cNvPr id="39" name="Group 38">
            <a:extLst>
              <a:ext uri="{FF2B5EF4-FFF2-40B4-BE49-F238E27FC236}">
                <a16:creationId xmlns:a16="http://schemas.microsoft.com/office/drawing/2014/main" id="{DCDC085A-6794-3C0E-7166-DEDE995319AE}"/>
              </a:ext>
            </a:extLst>
          </p:cNvPr>
          <p:cNvGrpSpPr/>
          <p:nvPr/>
        </p:nvGrpSpPr>
        <p:grpSpPr>
          <a:xfrm>
            <a:off x="1108710" y="805815"/>
            <a:ext cx="10005060" cy="4743450"/>
            <a:chOff x="1108710" y="805815"/>
            <a:chExt cx="10005060" cy="4743450"/>
          </a:xfrm>
        </p:grpSpPr>
        <p:sp>
          <p:nvSpPr>
            <p:cNvPr id="5" name="Rounded Rectangle 4">
              <a:extLst>
                <a:ext uri="{FF2B5EF4-FFF2-40B4-BE49-F238E27FC236}">
                  <a16:creationId xmlns:a16="http://schemas.microsoft.com/office/drawing/2014/main" id="{5D5CC9CB-5666-C700-A65E-489081DC6AF1}"/>
                </a:ext>
              </a:extLst>
            </p:cNvPr>
            <p:cNvSpPr/>
            <p:nvPr/>
          </p:nvSpPr>
          <p:spPr>
            <a:xfrm>
              <a:off x="1108710" y="8058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5</a:t>
              </a:r>
            </a:p>
          </p:txBody>
        </p:sp>
        <p:sp>
          <p:nvSpPr>
            <p:cNvPr id="6" name="Rounded Rectangle 5">
              <a:extLst>
                <a:ext uri="{FF2B5EF4-FFF2-40B4-BE49-F238E27FC236}">
                  <a16:creationId xmlns:a16="http://schemas.microsoft.com/office/drawing/2014/main" id="{3F12B23F-8A1C-E49A-7B8A-E01D5CDFD5FB}"/>
                </a:ext>
              </a:extLst>
            </p:cNvPr>
            <p:cNvSpPr/>
            <p:nvPr/>
          </p:nvSpPr>
          <p:spPr>
            <a:xfrm>
              <a:off x="2410641" y="8058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20</a:t>
              </a:r>
            </a:p>
          </p:txBody>
        </p:sp>
        <p:sp>
          <p:nvSpPr>
            <p:cNvPr id="7" name="Rounded Rectangle 6">
              <a:extLst>
                <a:ext uri="{FF2B5EF4-FFF2-40B4-BE49-F238E27FC236}">
                  <a16:creationId xmlns:a16="http://schemas.microsoft.com/office/drawing/2014/main" id="{F404DBC0-2775-8AA2-AFEF-89487C370CC9}"/>
                </a:ext>
              </a:extLst>
            </p:cNvPr>
            <p:cNvSpPr/>
            <p:nvPr/>
          </p:nvSpPr>
          <p:spPr>
            <a:xfrm>
              <a:off x="3712572" y="8058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7</a:t>
              </a:r>
            </a:p>
          </p:txBody>
        </p:sp>
        <p:sp>
          <p:nvSpPr>
            <p:cNvPr id="8" name="Rounded Rectangle 7">
              <a:extLst>
                <a:ext uri="{FF2B5EF4-FFF2-40B4-BE49-F238E27FC236}">
                  <a16:creationId xmlns:a16="http://schemas.microsoft.com/office/drawing/2014/main" id="{9489CA94-537E-34C5-451E-A52CBE20770E}"/>
                </a:ext>
              </a:extLst>
            </p:cNvPr>
            <p:cNvSpPr/>
            <p:nvPr/>
          </p:nvSpPr>
          <p:spPr>
            <a:xfrm>
              <a:off x="5014503" y="8058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30</a:t>
              </a:r>
            </a:p>
          </p:txBody>
        </p:sp>
        <p:sp>
          <p:nvSpPr>
            <p:cNvPr id="9" name="Rounded Rectangle 8">
              <a:extLst>
                <a:ext uri="{FF2B5EF4-FFF2-40B4-BE49-F238E27FC236}">
                  <a16:creationId xmlns:a16="http://schemas.microsoft.com/office/drawing/2014/main" id="{0A7415EA-BB1D-06E6-0CD1-835045C8C215}"/>
                </a:ext>
              </a:extLst>
            </p:cNvPr>
            <p:cNvSpPr/>
            <p:nvPr/>
          </p:nvSpPr>
          <p:spPr>
            <a:xfrm>
              <a:off x="6316434" y="8058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10</a:t>
              </a:r>
            </a:p>
          </p:txBody>
        </p:sp>
        <p:sp>
          <p:nvSpPr>
            <p:cNvPr id="10" name="Rounded Rectangle 9">
              <a:extLst>
                <a:ext uri="{FF2B5EF4-FFF2-40B4-BE49-F238E27FC236}">
                  <a16:creationId xmlns:a16="http://schemas.microsoft.com/office/drawing/2014/main" id="{0F29F091-AA4E-703A-28DB-EA67DE9384DE}"/>
                </a:ext>
              </a:extLst>
            </p:cNvPr>
            <p:cNvSpPr/>
            <p:nvPr/>
          </p:nvSpPr>
          <p:spPr>
            <a:xfrm>
              <a:off x="7618365" y="8058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9</a:t>
              </a:r>
            </a:p>
          </p:txBody>
        </p:sp>
        <p:sp>
          <p:nvSpPr>
            <p:cNvPr id="11" name="Rounded Rectangle 10">
              <a:extLst>
                <a:ext uri="{FF2B5EF4-FFF2-40B4-BE49-F238E27FC236}">
                  <a16:creationId xmlns:a16="http://schemas.microsoft.com/office/drawing/2014/main" id="{D7D711A4-FB57-3F30-6AC0-43B6E2381249}"/>
                </a:ext>
              </a:extLst>
            </p:cNvPr>
            <p:cNvSpPr/>
            <p:nvPr/>
          </p:nvSpPr>
          <p:spPr>
            <a:xfrm>
              <a:off x="8920296" y="8058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8</a:t>
              </a:r>
            </a:p>
          </p:txBody>
        </p:sp>
        <p:sp>
          <p:nvSpPr>
            <p:cNvPr id="12" name="Rounded Rectangle 11">
              <a:extLst>
                <a:ext uri="{FF2B5EF4-FFF2-40B4-BE49-F238E27FC236}">
                  <a16:creationId xmlns:a16="http://schemas.microsoft.com/office/drawing/2014/main" id="{869EAC5C-4655-C413-B591-65961A6CC440}"/>
                </a:ext>
              </a:extLst>
            </p:cNvPr>
            <p:cNvSpPr/>
            <p:nvPr/>
          </p:nvSpPr>
          <p:spPr>
            <a:xfrm>
              <a:off x="10222230" y="8058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72</a:t>
              </a:r>
            </a:p>
          </p:txBody>
        </p:sp>
        <p:sp>
          <p:nvSpPr>
            <p:cNvPr id="13" name="Rounded Rectangle 12">
              <a:extLst>
                <a:ext uri="{FF2B5EF4-FFF2-40B4-BE49-F238E27FC236}">
                  <a16:creationId xmlns:a16="http://schemas.microsoft.com/office/drawing/2014/main" id="{7392DBF6-B957-9F27-5DB1-422599AC58CD}"/>
                </a:ext>
              </a:extLst>
            </p:cNvPr>
            <p:cNvSpPr/>
            <p:nvPr/>
          </p:nvSpPr>
          <p:spPr>
            <a:xfrm>
              <a:off x="1108710" y="21012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51</a:t>
              </a:r>
            </a:p>
          </p:txBody>
        </p:sp>
        <p:sp>
          <p:nvSpPr>
            <p:cNvPr id="14" name="Rounded Rectangle 13">
              <a:extLst>
                <a:ext uri="{FF2B5EF4-FFF2-40B4-BE49-F238E27FC236}">
                  <a16:creationId xmlns:a16="http://schemas.microsoft.com/office/drawing/2014/main" id="{B3D9BB79-3C4D-7C35-3376-C3E41E5D8F06}"/>
                </a:ext>
              </a:extLst>
            </p:cNvPr>
            <p:cNvSpPr/>
            <p:nvPr/>
          </p:nvSpPr>
          <p:spPr>
            <a:xfrm>
              <a:off x="2410641" y="21012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42</a:t>
              </a:r>
            </a:p>
          </p:txBody>
        </p:sp>
        <p:sp>
          <p:nvSpPr>
            <p:cNvPr id="15" name="Rounded Rectangle 14">
              <a:extLst>
                <a:ext uri="{FF2B5EF4-FFF2-40B4-BE49-F238E27FC236}">
                  <a16:creationId xmlns:a16="http://schemas.microsoft.com/office/drawing/2014/main" id="{79398F8C-980D-983D-2B31-E03174728208}"/>
                </a:ext>
              </a:extLst>
            </p:cNvPr>
            <p:cNvSpPr/>
            <p:nvPr/>
          </p:nvSpPr>
          <p:spPr>
            <a:xfrm>
              <a:off x="3712572" y="21012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43</a:t>
              </a:r>
            </a:p>
          </p:txBody>
        </p:sp>
        <p:sp>
          <p:nvSpPr>
            <p:cNvPr id="16" name="Rounded Rectangle 15">
              <a:extLst>
                <a:ext uri="{FF2B5EF4-FFF2-40B4-BE49-F238E27FC236}">
                  <a16:creationId xmlns:a16="http://schemas.microsoft.com/office/drawing/2014/main" id="{2A09AD62-8305-A5EE-7C96-A9D7D50E7D78}"/>
                </a:ext>
              </a:extLst>
            </p:cNvPr>
            <p:cNvSpPr/>
            <p:nvPr/>
          </p:nvSpPr>
          <p:spPr>
            <a:xfrm>
              <a:off x="5014503" y="21012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55</a:t>
              </a:r>
            </a:p>
          </p:txBody>
        </p:sp>
        <p:sp>
          <p:nvSpPr>
            <p:cNvPr id="17" name="Rounded Rectangle 16">
              <a:extLst>
                <a:ext uri="{FF2B5EF4-FFF2-40B4-BE49-F238E27FC236}">
                  <a16:creationId xmlns:a16="http://schemas.microsoft.com/office/drawing/2014/main" id="{1AE958EA-DFE8-74E0-69DD-3E43ED53F0B7}"/>
                </a:ext>
              </a:extLst>
            </p:cNvPr>
            <p:cNvSpPr/>
            <p:nvPr/>
          </p:nvSpPr>
          <p:spPr>
            <a:xfrm>
              <a:off x="6316434" y="21012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48</a:t>
              </a:r>
            </a:p>
          </p:txBody>
        </p:sp>
        <p:sp>
          <p:nvSpPr>
            <p:cNvPr id="18" name="Rounded Rectangle 17">
              <a:extLst>
                <a:ext uri="{FF2B5EF4-FFF2-40B4-BE49-F238E27FC236}">
                  <a16:creationId xmlns:a16="http://schemas.microsoft.com/office/drawing/2014/main" id="{01CF8D72-AC14-6C13-B178-85374AE6C892}"/>
                </a:ext>
              </a:extLst>
            </p:cNvPr>
            <p:cNvSpPr/>
            <p:nvPr/>
          </p:nvSpPr>
          <p:spPr>
            <a:xfrm>
              <a:off x="7618365" y="21012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47</a:t>
              </a:r>
            </a:p>
          </p:txBody>
        </p:sp>
        <p:sp>
          <p:nvSpPr>
            <p:cNvPr id="19" name="Rounded Rectangle 18">
              <a:extLst>
                <a:ext uri="{FF2B5EF4-FFF2-40B4-BE49-F238E27FC236}">
                  <a16:creationId xmlns:a16="http://schemas.microsoft.com/office/drawing/2014/main" id="{5FED77ED-4474-8737-F470-04EC126CDCC7}"/>
                </a:ext>
              </a:extLst>
            </p:cNvPr>
            <p:cNvSpPr/>
            <p:nvPr/>
          </p:nvSpPr>
          <p:spPr>
            <a:xfrm>
              <a:off x="8920296" y="21012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55</a:t>
              </a:r>
            </a:p>
          </p:txBody>
        </p:sp>
        <p:sp>
          <p:nvSpPr>
            <p:cNvPr id="20" name="Rounded Rectangle 19">
              <a:extLst>
                <a:ext uri="{FF2B5EF4-FFF2-40B4-BE49-F238E27FC236}">
                  <a16:creationId xmlns:a16="http://schemas.microsoft.com/office/drawing/2014/main" id="{1BB0D429-F724-892E-FB71-041518E6D5D5}"/>
                </a:ext>
              </a:extLst>
            </p:cNvPr>
            <p:cNvSpPr/>
            <p:nvPr/>
          </p:nvSpPr>
          <p:spPr>
            <a:xfrm>
              <a:off x="10222230" y="21012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65</a:t>
              </a:r>
            </a:p>
          </p:txBody>
        </p:sp>
        <p:sp>
          <p:nvSpPr>
            <p:cNvPr id="21" name="Rounded Rectangle 20">
              <a:extLst>
                <a:ext uri="{FF2B5EF4-FFF2-40B4-BE49-F238E27FC236}">
                  <a16:creationId xmlns:a16="http://schemas.microsoft.com/office/drawing/2014/main" id="{01A36A06-8DFD-D68B-D45F-63C9318D6916}"/>
                </a:ext>
              </a:extLst>
            </p:cNvPr>
            <p:cNvSpPr/>
            <p:nvPr/>
          </p:nvSpPr>
          <p:spPr>
            <a:xfrm>
              <a:off x="1108710"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79</a:t>
              </a:r>
            </a:p>
          </p:txBody>
        </p:sp>
        <p:sp>
          <p:nvSpPr>
            <p:cNvPr id="22" name="Rounded Rectangle 21">
              <a:extLst>
                <a:ext uri="{FF2B5EF4-FFF2-40B4-BE49-F238E27FC236}">
                  <a16:creationId xmlns:a16="http://schemas.microsoft.com/office/drawing/2014/main" id="{D05F3B21-E7F5-B71C-809F-FA899401161A}"/>
                </a:ext>
              </a:extLst>
            </p:cNvPr>
            <p:cNvSpPr/>
            <p:nvPr/>
          </p:nvSpPr>
          <p:spPr>
            <a:xfrm>
              <a:off x="2410641"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61</a:t>
              </a:r>
            </a:p>
          </p:txBody>
        </p:sp>
        <p:sp>
          <p:nvSpPr>
            <p:cNvPr id="23" name="Rounded Rectangle 22">
              <a:extLst>
                <a:ext uri="{FF2B5EF4-FFF2-40B4-BE49-F238E27FC236}">
                  <a16:creationId xmlns:a16="http://schemas.microsoft.com/office/drawing/2014/main" id="{07B68E2F-3A14-F51F-2F74-862B9671FCB5}"/>
                </a:ext>
              </a:extLst>
            </p:cNvPr>
            <p:cNvSpPr/>
            <p:nvPr/>
          </p:nvSpPr>
          <p:spPr>
            <a:xfrm>
              <a:off x="3712572"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62</a:t>
              </a:r>
            </a:p>
          </p:txBody>
        </p:sp>
        <p:sp>
          <p:nvSpPr>
            <p:cNvPr id="24" name="Rounded Rectangle 23">
              <a:extLst>
                <a:ext uri="{FF2B5EF4-FFF2-40B4-BE49-F238E27FC236}">
                  <a16:creationId xmlns:a16="http://schemas.microsoft.com/office/drawing/2014/main" id="{BFEB0C0D-A76D-7097-491D-F3DA86C71723}"/>
                </a:ext>
              </a:extLst>
            </p:cNvPr>
            <p:cNvSpPr/>
            <p:nvPr/>
          </p:nvSpPr>
          <p:spPr>
            <a:xfrm>
              <a:off x="5014503"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73</a:t>
              </a:r>
            </a:p>
          </p:txBody>
        </p:sp>
        <p:sp>
          <p:nvSpPr>
            <p:cNvPr id="25" name="Rounded Rectangle 24">
              <a:extLst>
                <a:ext uri="{FF2B5EF4-FFF2-40B4-BE49-F238E27FC236}">
                  <a16:creationId xmlns:a16="http://schemas.microsoft.com/office/drawing/2014/main" id="{7DC919DD-AC67-4960-94ED-06D5BF904111}"/>
                </a:ext>
              </a:extLst>
            </p:cNvPr>
            <p:cNvSpPr/>
            <p:nvPr/>
          </p:nvSpPr>
          <p:spPr>
            <a:xfrm>
              <a:off x="6316434"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55</a:t>
              </a:r>
            </a:p>
          </p:txBody>
        </p:sp>
        <p:sp>
          <p:nvSpPr>
            <p:cNvPr id="26" name="Rounded Rectangle 25">
              <a:extLst>
                <a:ext uri="{FF2B5EF4-FFF2-40B4-BE49-F238E27FC236}">
                  <a16:creationId xmlns:a16="http://schemas.microsoft.com/office/drawing/2014/main" id="{B0F9FE5F-4A5B-0AAE-C162-F62DEA2BFAB4}"/>
                </a:ext>
              </a:extLst>
            </p:cNvPr>
            <p:cNvSpPr/>
            <p:nvPr/>
          </p:nvSpPr>
          <p:spPr>
            <a:xfrm>
              <a:off x="7618365"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12</a:t>
              </a:r>
            </a:p>
          </p:txBody>
        </p:sp>
        <p:sp>
          <p:nvSpPr>
            <p:cNvPr id="27" name="Rounded Rectangle 26">
              <a:extLst>
                <a:ext uri="{FF2B5EF4-FFF2-40B4-BE49-F238E27FC236}">
                  <a16:creationId xmlns:a16="http://schemas.microsoft.com/office/drawing/2014/main" id="{6B6748C3-56A7-611B-4E29-337264D4FB22}"/>
                </a:ext>
              </a:extLst>
            </p:cNvPr>
            <p:cNvSpPr/>
            <p:nvPr/>
          </p:nvSpPr>
          <p:spPr>
            <a:xfrm>
              <a:off x="8920296"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17</a:t>
              </a:r>
            </a:p>
          </p:txBody>
        </p:sp>
        <p:sp>
          <p:nvSpPr>
            <p:cNvPr id="28" name="Rounded Rectangle 27">
              <a:extLst>
                <a:ext uri="{FF2B5EF4-FFF2-40B4-BE49-F238E27FC236}">
                  <a16:creationId xmlns:a16="http://schemas.microsoft.com/office/drawing/2014/main" id="{74BA0CFC-31F9-13C8-17C5-BB4EF12E8077}"/>
                </a:ext>
              </a:extLst>
            </p:cNvPr>
            <p:cNvSpPr/>
            <p:nvPr/>
          </p:nvSpPr>
          <p:spPr>
            <a:xfrm>
              <a:off x="10222230"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19</a:t>
              </a:r>
            </a:p>
          </p:txBody>
        </p:sp>
        <p:sp>
          <p:nvSpPr>
            <p:cNvPr id="29" name="Rounded Rectangle 28">
              <a:extLst>
                <a:ext uri="{FF2B5EF4-FFF2-40B4-BE49-F238E27FC236}">
                  <a16:creationId xmlns:a16="http://schemas.microsoft.com/office/drawing/2014/main" id="{84BC5FC4-7631-B297-D997-911F0D58A556}"/>
                </a:ext>
              </a:extLst>
            </p:cNvPr>
            <p:cNvSpPr/>
            <p:nvPr/>
          </p:nvSpPr>
          <p:spPr>
            <a:xfrm>
              <a:off x="1108710" y="46920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83</a:t>
              </a:r>
            </a:p>
          </p:txBody>
        </p:sp>
        <p:sp>
          <p:nvSpPr>
            <p:cNvPr id="30" name="Rounded Rectangle 29">
              <a:extLst>
                <a:ext uri="{FF2B5EF4-FFF2-40B4-BE49-F238E27FC236}">
                  <a16:creationId xmlns:a16="http://schemas.microsoft.com/office/drawing/2014/main" id="{54BEF589-CBE4-ED13-ED76-9D465484688F}"/>
                </a:ext>
              </a:extLst>
            </p:cNvPr>
            <p:cNvSpPr/>
            <p:nvPr/>
          </p:nvSpPr>
          <p:spPr>
            <a:xfrm>
              <a:off x="2410641" y="46920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44</a:t>
              </a:r>
            </a:p>
          </p:txBody>
        </p:sp>
        <p:sp>
          <p:nvSpPr>
            <p:cNvPr id="31" name="Rounded Rectangle 30">
              <a:extLst>
                <a:ext uri="{FF2B5EF4-FFF2-40B4-BE49-F238E27FC236}">
                  <a16:creationId xmlns:a16="http://schemas.microsoft.com/office/drawing/2014/main" id="{E6B78151-26C4-406D-9137-36C46D93ED9F}"/>
                </a:ext>
              </a:extLst>
            </p:cNvPr>
            <p:cNvSpPr/>
            <p:nvPr/>
          </p:nvSpPr>
          <p:spPr>
            <a:xfrm>
              <a:off x="3712572" y="46920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55</a:t>
              </a:r>
            </a:p>
          </p:txBody>
        </p:sp>
        <p:sp>
          <p:nvSpPr>
            <p:cNvPr id="32" name="Rounded Rectangle 31">
              <a:extLst>
                <a:ext uri="{FF2B5EF4-FFF2-40B4-BE49-F238E27FC236}">
                  <a16:creationId xmlns:a16="http://schemas.microsoft.com/office/drawing/2014/main" id="{39E8C09A-4347-E955-9395-9666868877CF}"/>
                </a:ext>
              </a:extLst>
            </p:cNvPr>
            <p:cNvSpPr/>
            <p:nvPr/>
          </p:nvSpPr>
          <p:spPr>
            <a:xfrm>
              <a:off x="5014503" y="46920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56</a:t>
              </a:r>
            </a:p>
          </p:txBody>
        </p:sp>
        <p:sp>
          <p:nvSpPr>
            <p:cNvPr id="33" name="Rounded Rectangle 32">
              <a:extLst>
                <a:ext uri="{FF2B5EF4-FFF2-40B4-BE49-F238E27FC236}">
                  <a16:creationId xmlns:a16="http://schemas.microsoft.com/office/drawing/2014/main" id="{12F92B8F-7ED1-4A20-6C23-3013C81191DF}"/>
                </a:ext>
              </a:extLst>
            </p:cNvPr>
            <p:cNvSpPr/>
            <p:nvPr/>
          </p:nvSpPr>
          <p:spPr>
            <a:xfrm>
              <a:off x="6316434" y="46920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57</a:t>
              </a:r>
            </a:p>
          </p:txBody>
        </p:sp>
        <p:cxnSp>
          <p:nvCxnSpPr>
            <p:cNvPr id="38" name="Straight Connector 37">
              <a:extLst>
                <a:ext uri="{FF2B5EF4-FFF2-40B4-BE49-F238E27FC236}">
                  <a16:creationId xmlns:a16="http://schemas.microsoft.com/office/drawing/2014/main" id="{73F397C4-4EB0-B131-9979-AD41D77A4AC3}"/>
                </a:ext>
              </a:extLst>
            </p:cNvPr>
            <p:cNvCxnSpPr/>
            <p:nvPr/>
          </p:nvCxnSpPr>
          <p:spPr>
            <a:xfrm>
              <a:off x="7520940" y="5097780"/>
              <a:ext cx="3592830" cy="0"/>
            </a:xfrm>
            <a:prstGeom prst="line">
              <a:avLst/>
            </a:prstGeom>
            <a:ln>
              <a:solidFill>
                <a:schemeClr val="bg1"/>
              </a:solidFill>
              <a:prstDash val="dash"/>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1460699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CB851FE9-2AB5-D337-D4F0-B598683D1A4A}"/>
            </a:ext>
          </a:extLst>
        </p:cNvPr>
        <p:cNvGrpSpPr/>
        <p:nvPr/>
      </p:nvGrpSpPr>
      <p:grpSpPr>
        <a:xfrm>
          <a:off x="0" y="0"/>
          <a:ext cx="0" cy="0"/>
          <a:chOff x="0" y="0"/>
          <a:chExt cx="0" cy="0"/>
        </a:xfrm>
      </p:grpSpPr>
      <p:grpSp>
        <p:nvGrpSpPr>
          <p:cNvPr id="39" name="Group 38">
            <a:extLst>
              <a:ext uri="{FF2B5EF4-FFF2-40B4-BE49-F238E27FC236}">
                <a16:creationId xmlns:a16="http://schemas.microsoft.com/office/drawing/2014/main" id="{3234EA89-B909-3044-00A4-220C84C57B59}"/>
              </a:ext>
            </a:extLst>
          </p:cNvPr>
          <p:cNvGrpSpPr/>
          <p:nvPr/>
        </p:nvGrpSpPr>
        <p:grpSpPr>
          <a:xfrm>
            <a:off x="1108710" y="805815"/>
            <a:ext cx="10005060" cy="4743450"/>
            <a:chOff x="1108710" y="805815"/>
            <a:chExt cx="10005060" cy="4743450"/>
          </a:xfrm>
        </p:grpSpPr>
        <p:sp>
          <p:nvSpPr>
            <p:cNvPr id="5" name="Rounded Rectangle 4">
              <a:extLst>
                <a:ext uri="{FF2B5EF4-FFF2-40B4-BE49-F238E27FC236}">
                  <a16:creationId xmlns:a16="http://schemas.microsoft.com/office/drawing/2014/main" id="{5839B49A-9CBE-B173-6D45-2D8C287B2629}"/>
                </a:ext>
              </a:extLst>
            </p:cNvPr>
            <p:cNvSpPr/>
            <p:nvPr/>
          </p:nvSpPr>
          <p:spPr>
            <a:xfrm>
              <a:off x="1108710" y="8058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4</a:t>
              </a:r>
            </a:p>
          </p:txBody>
        </p:sp>
        <p:sp>
          <p:nvSpPr>
            <p:cNvPr id="6" name="Rounded Rectangle 5">
              <a:extLst>
                <a:ext uri="{FF2B5EF4-FFF2-40B4-BE49-F238E27FC236}">
                  <a16:creationId xmlns:a16="http://schemas.microsoft.com/office/drawing/2014/main" id="{531D5D02-5611-BB32-6964-3926928AA713}"/>
                </a:ext>
              </a:extLst>
            </p:cNvPr>
            <p:cNvSpPr/>
            <p:nvPr/>
          </p:nvSpPr>
          <p:spPr>
            <a:xfrm>
              <a:off x="2410641" y="8058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5</a:t>
              </a:r>
            </a:p>
          </p:txBody>
        </p:sp>
        <p:sp>
          <p:nvSpPr>
            <p:cNvPr id="7" name="Rounded Rectangle 6">
              <a:extLst>
                <a:ext uri="{FF2B5EF4-FFF2-40B4-BE49-F238E27FC236}">
                  <a16:creationId xmlns:a16="http://schemas.microsoft.com/office/drawing/2014/main" id="{4E8A50C1-84DF-877D-ADC4-332403106F13}"/>
                </a:ext>
              </a:extLst>
            </p:cNvPr>
            <p:cNvSpPr/>
            <p:nvPr/>
          </p:nvSpPr>
          <p:spPr>
            <a:xfrm>
              <a:off x="3712572" y="8058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6</a:t>
              </a:r>
            </a:p>
          </p:txBody>
        </p:sp>
        <p:sp>
          <p:nvSpPr>
            <p:cNvPr id="8" name="Rounded Rectangle 7">
              <a:extLst>
                <a:ext uri="{FF2B5EF4-FFF2-40B4-BE49-F238E27FC236}">
                  <a16:creationId xmlns:a16="http://schemas.microsoft.com/office/drawing/2014/main" id="{B2EE48D1-14F6-498F-4832-1C206F0353BC}"/>
                </a:ext>
              </a:extLst>
            </p:cNvPr>
            <p:cNvSpPr/>
            <p:nvPr/>
          </p:nvSpPr>
          <p:spPr>
            <a:xfrm>
              <a:off x="5014503" y="8058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7</a:t>
              </a:r>
            </a:p>
          </p:txBody>
        </p:sp>
        <p:sp>
          <p:nvSpPr>
            <p:cNvPr id="9" name="Rounded Rectangle 8">
              <a:extLst>
                <a:ext uri="{FF2B5EF4-FFF2-40B4-BE49-F238E27FC236}">
                  <a16:creationId xmlns:a16="http://schemas.microsoft.com/office/drawing/2014/main" id="{D8931420-AA5A-3930-60ED-792E88E83401}"/>
                </a:ext>
              </a:extLst>
            </p:cNvPr>
            <p:cNvSpPr/>
            <p:nvPr/>
          </p:nvSpPr>
          <p:spPr>
            <a:xfrm>
              <a:off x="6316434" y="8058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7</a:t>
              </a:r>
            </a:p>
          </p:txBody>
        </p:sp>
        <p:sp>
          <p:nvSpPr>
            <p:cNvPr id="10" name="Rounded Rectangle 9">
              <a:extLst>
                <a:ext uri="{FF2B5EF4-FFF2-40B4-BE49-F238E27FC236}">
                  <a16:creationId xmlns:a16="http://schemas.microsoft.com/office/drawing/2014/main" id="{912B2DB3-A1DA-696A-FEC8-CFFDD0839139}"/>
                </a:ext>
              </a:extLst>
            </p:cNvPr>
            <p:cNvSpPr/>
            <p:nvPr/>
          </p:nvSpPr>
          <p:spPr>
            <a:xfrm>
              <a:off x="7618365" y="8058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8</a:t>
              </a:r>
            </a:p>
          </p:txBody>
        </p:sp>
        <p:sp>
          <p:nvSpPr>
            <p:cNvPr id="11" name="Rounded Rectangle 10">
              <a:extLst>
                <a:ext uri="{FF2B5EF4-FFF2-40B4-BE49-F238E27FC236}">
                  <a16:creationId xmlns:a16="http://schemas.microsoft.com/office/drawing/2014/main" id="{456CBA77-E587-50F7-122B-82D164B70C18}"/>
                </a:ext>
              </a:extLst>
            </p:cNvPr>
            <p:cNvSpPr/>
            <p:nvPr/>
          </p:nvSpPr>
          <p:spPr>
            <a:xfrm>
              <a:off x="8920296" y="8058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8</a:t>
              </a:r>
            </a:p>
          </p:txBody>
        </p:sp>
        <p:sp>
          <p:nvSpPr>
            <p:cNvPr id="12" name="Rounded Rectangle 11">
              <a:extLst>
                <a:ext uri="{FF2B5EF4-FFF2-40B4-BE49-F238E27FC236}">
                  <a16:creationId xmlns:a16="http://schemas.microsoft.com/office/drawing/2014/main" id="{9BDBD2CC-7702-5C62-A5D8-0B5568570E58}"/>
                </a:ext>
              </a:extLst>
            </p:cNvPr>
            <p:cNvSpPr/>
            <p:nvPr/>
          </p:nvSpPr>
          <p:spPr>
            <a:xfrm>
              <a:off x="10222230" y="8058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9</a:t>
              </a:r>
            </a:p>
          </p:txBody>
        </p:sp>
        <p:sp>
          <p:nvSpPr>
            <p:cNvPr id="13" name="Rounded Rectangle 12">
              <a:extLst>
                <a:ext uri="{FF2B5EF4-FFF2-40B4-BE49-F238E27FC236}">
                  <a16:creationId xmlns:a16="http://schemas.microsoft.com/office/drawing/2014/main" id="{B1041798-0C25-1355-912C-A04154A29D6F}"/>
                </a:ext>
              </a:extLst>
            </p:cNvPr>
            <p:cNvSpPr/>
            <p:nvPr/>
          </p:nvSpPr>
          <p:spPr>
            <a:xfrm>
              <a:off x="1108710" y="21012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12</a:t>
              </a:r>
            </a:p>
          </p:txBody>
        </p:sp>
        <p:sp>
          <p:nvSpPr>
            <p:cNvPr id="14" name="Rounded Rectangle 13">
              <a:extLst>
                <a:ext uri="{FF2B5EF4-FFF2-40B4-BE49-F238E27FC236}">
                  <a16:creationId xmlns:a16="http://schemas.microsoft.com/office/drawing/2014/main" id="{DC2021FE-0D26-5DF9-C909-95802FFDDA5E}"/>
                </a:ext>
              </a:extLst>
            </p:cNvPr>
            <p:cNvSpPr/>
            <p:nvPr/>
          </p:nvSpPr>
          <p:spPr>
            <a:xfrm>
              <a:off x="2410641" y="21012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12</a:t>
              </a:r>
            </a:p>
          </p:txBody>
        </p:sp>
        <p:sp>
          <p:nvSpPr>
            <p:cNvPr id="15" name="Rounded Rectangle 14">
              <a:extLst>
                <a:ext uri="{FF2B5EF4-FFF2-40B4-BE49-F238E27FC236}">
                  <a16:creationId xmlns:a16="http://schemas.microsoft.com/office/drawing/2014/main" id="{3AE494DB-367F-3C61-944C-F41660A2CF15}"/>
                </a:ext>
              </a:extLst>
            </p:cNvPr>
            <p:cNvSpPr/>
            <p:nvPr/>
          </p:nvSpPr>
          <p:spPr>
            <a:xfrm>
              <a:off x="3712572" y="21012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12</a:t>
              </a:r>
            </a:p>
          </p:txBody>
        </p:sp>
        <p:sp>
          <p:nvSpPr>
            <p:cNvPr id="16" name="Rounded Rectangle 15">
              <a:extLst>
                <a:ext uri="{FF2B5EF4-FFF2-40B4-BE49-F238E27FC236}">
                  <a16:creationId xmlns:a16="http://schemas.microsoft.com/office/drawing/2014/main" id="{7AB430C7-6CE6-C602-1C66-DEA6FD973DDA}"/>
                </a:ext>
              </a:extLst>
            </p:cNvPr>
            <p:cNvSpPr/>
            <p:nvPr/>
          </p:nvSpPr>
          <p:spPr>
            <a:xfrm>
              <a:off x="5014503" y="21012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12</a:t>
              </a:r>
            </a:p>
          </p:txBody>
        </p:sp>
        <p:sp>
          <p:nvSpPr>
            <p:cNvPr id="17" name="Rounded Rectangle 16">
              <a:extLst>
                <a:ext uri="{FF2B5EF4-FFF2-40B4-BE49-F238E27FC236}">
                  <a16:creationId xmlns:a16="http://schemas.microsoft.com/office/drawing/2014/main" id="{A1B291A2-5F0C-0D99-3834-FA476E55D2D9}"/>
                </a:ext>
              </a:extLst>
            </p:cNvPr>
            <p:cNvSpPr/>
            <p:nvPr/>
          </p:nvSpPr>
          <p:spPr>
            <a:xfrm>
              <a:off x="6316434" y="21012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13</a:t>
              </a:r>
            </a:p>
          </p:txBody>
        </p:sp>
        <p:sp>
          <p:nvSpPr>
            <p:cNvPr id="18" name="Rounded Rectangle 17">
              <a:extLst>
                <a:ext uri="{FF2B5EF4-FFF2-40B4-BE49-F238E27FC236}">
                  <a16:creationId xmlns:a16="http://schemas.microsoft.com/office/drawing/2014/main" id="{1C0E3436-0049-5721-ACF5-F0EDD11A0E48}"/>
                </a:ext>
              </a:extLst>
            </p:cNvPr>
            <p:cNvSpPr/>
            <p:nvPr/>
          </p:nvSpPr>
          <p:spPr>
            <a:xfrm>
              <a:off x="7618365" y="21012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18</a:t>
              </a:r>
            </a:p>
          </p:txBody>
        </p:sp>
        <p:sp>
          <p:nvSpPr>
            <p:cNvPr id="19" name="Rounded Rectangle 18">
              <a:extLst>
                <a:ext uri="{FF2B5EF4-FFF2-40B4-BE49-F238E27FC236}">
                  <a16:creationId xmlns:a16="http://schemas.microsoft.com/office/drawing/2014/main" id="{A5698C4E-8D45-F43E-0334-D93EA10A8EF8}"/>
                </a:ext>
              </a:extLst>
            </p:cNvPr>
            <p:cNvSpPr/>
            <p:nvPr/>
          </p:nvSpPr>
          <p:spPr>
            <a:xfrm>
              <a:off x="8920296" y="21012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19</a:t>
              </a:r>
            </a:p>
          </p:txBody>
        </p:sp>
        <p:sp>
          <p:nvSpPr>
            <p:cNvPr id="20" name="Rounded Rectangle 19">
              <a:extLst>
                <a:ext uri="{FF2B5EF4-FFF2-40B4-BE49-F238E27FC236}">
                  <a16:creationId xmlns:a16="http://schemas.microsoft.com/office/drawing/2014/main" id="{B67C058C-084D-1BE8-9FC6-3618006740F1}"/>
                </a:ext>
              </a:extLst>
            </p:cNvPr>
            <p:cNvSpPr/>
            <p:nvPr/>
          </p:nvSpPr>
          <p:spPr>
            <a:xfrm>
              <a:off x="10222230" y="21012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19</a:t>
              </a:r>
            </a:p>
          </p:txBody>
        </p:sp>
        <p:sp>
          <p:nvSpPr>
            <p:cNvPr id="21" name="Rounded Rectangle 20">
              <a:extLst>
                <a:ext uri="{FF2B5EF4-FFF2-40B4-BE49-F238E27FC236}">
                  <a16:creationId xmlns:a16="http://schemas.microsoft.com/office/drawing/2014/main" id="{1D42340A-CA7A-86D4-BA83-B1035B88E5C9}"/>
                </a:ext>
              </a:extLst>
            </p:cNvPr>
            <p:cNvSpPr/>
            <p:nvPr/>
          </p:nvSpPr>
          <p:spPr>
            <a:xfrm>
              <a:off x="1108710"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20</a:t>
              </a:r>
            </a:p>
          </p:txBody>
        </p:sp>
        <p:sp>
          <p:nvSpPr>
            <p:cNvPr id="22" name="Rounded Rectangle 21">
              <a:extLst>
                <a:ext uri="{FF2B5EF4-FFF2-40B4-BE49-F238E27FC236}">
                  <a16:creationId xmlns:a16="http://schemas.microsoft.com/office/drawing/2014/main" id="{F45FD45D-8F7B-DA77-C6FD-44D6F423F042}"/>
                </a:ext>
              </a:extLst>
            </p:cNvPr>
            <p:cNvSpPr/>
            <p:nvPr/>
          </p:nvSpPr>
          <p:spPr>
            <a:xfrm>
              <a:off x="2410641"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21</a:t>
              </a:r>
            </a:p>
          </p:txBody>
        </p:sp>
        <p:sp>
          <p:nvSpPr>
            <p:cNvPr id="23" name="Rounded Rectangle 22">
              <a:extLst>
                <a:ext uri="{FF2B5EF4-FFF2-40B4-BE49-F238E27FC236}">
                  <a16:creationId xmlns:a16="http://schemas.microsoft.com/office/drawing/2014/main" id="{57F6AE66-412F-80DD-6827-22B3C33C2760}"/>
                </a:ext>
              </a:extLst>
            </p:cNvPr>
            <p:cNvSpPr/>
            <p:nvPr/>
          </p:nvSpPr>
          <p:spPr>
            <a:xfrm>
              <a:off x="3712572"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21</a:t>
              </a:r>
            </a:p>
          </p:txBody>
        </p:sp>
        <p:sp>
          <p:nvSpPr>
            <p:cNvPr id="24" name="Rounded Rectangle 23">
              <a:extLst>
                <a:ext uri="{FF2B5EF4-FFF2-40B4-BE49-F238E27FC236}">
                  <a16:creationId xmlns:a16="http://schemas.microsoft.com/office/drawing/2014/main" id="{6C616962-591A-994B-5223-77F2E68DBC4A}"/>
                </a:ext>
              </a:extLst>
            </p:cNvPr>
            <p:cNvSpPr/>
            <p:nvPr/>
          </p:nvSpPr>
          <p:spPr>
            <a:xfrm>
              <a:off x="5014503"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23</a:t>
              </a:r>
            </a:p>
          </p:txBody>
        </p:sp>
        <p:sp>
          <p:nvSpPr>
            <p:cNvPr id="25" name="Rounded Rectangle 24">
              <a:extLst>
                <a:ext uri="{FF2B5EF4-FFF2-40B4-BE49-F238E27FC236}">
                  <a16:creationId xmlns:a16="http://schemas.microsoft.com/office/drawing/2014/main" id="{20033305-0669-3A34-25B3-FB6FCB54F6B9}"/>
                </a:ext>
              </a:extLst>
            </p:cNvPr>
            <p:cNvSpPr/>
            <p:nvPr/>
          </p:nvSpPr>
          <p:spPr>
            <a:xfrm>
              <a:off x="6316434"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23</a:t>
              </a:r>
            </a:p>
          </p:txBody>
        </p:sp>
        <p:sp>
          <p:nvSpPr>
            <p:cNvPr id="26" name="Rounded Rectangle 25">
              <a:extLst>
                <a:ext uri="{FF2B5EF4-FFF2-40B4-BE49-F238E27FC236}">
                  <a16:creationId xmlns:a16="http://schemas.microsoft.com/office/drawing/2014/main" id="{20C71FCE-A36E-0F70-03ED-778C6DE53BB3}"/>
                </a:ext>
              </a:extLst>
            </p:cNvPr>
            <p:cNvSpPr/>
            <p:nvPr/>
          </p:nvSpPr>
          <p:spPr>
            <a:xfrm>
              <a:off x="7618365"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23</a:t>
              </a:r>
            </a:p>
          </p:txBody>
        </p:sp>
        <p:sp>
          <p:nvSpPr>
            <p:cNvPr id="27" name="Rounded Rectangle 26">
              <a:extLst>
                <a:ext uri="{FF2B5EF4-FFF2-40B4-BE49-F238E27FC236}">
                  <a16:creationId xmlns:a16="http://schemas.microsoft.com/office/drawing/2014/main" id="{52694B37-B5F8-8625-2433-4823118A56BE}"/>
                </a:ext>
              </a:extLst>
            </p:cNvPr>
            <p:cNvSpPr/>
            <p:nvPr/>
          </p:nvSpPr>
          <p:spPr>
            <a:xfrm>
              <a:off x="8920296"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25</a:t>
              </a:r>
            </a:p>
          </p:txBody>
        </p:sp>
        <p:sp>
          <p:nvSpPr>
            <p:cNvPr id="28" name="Rounded Rectangle 27">
              <a:extLst>
                <a:ext uri="{FF2B5EF4-FFF2-40B4-BE49-F238E27FC236}">
                  <a16:creationId xmlns:a16="http://schemas.microsoft.com/office/drawing/2014/main" id="{35A0A068-8B79-F1A4-0D1B-DD1DD50BA075}"/>
                </a:ext>
              </a:extLst>
            </p:cNvPr>
            <p:cNvSpPr/>
            <p:nvPr/>
          </p:nvSpPr>
          <p:spPr>
            <a:xfrm>
              <a:off x="10222230"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27</a:t>
              </a:r>
            </a:p>
          </p:txBody>
        </p:sp>
        <p:sp>
          <p:nvSpPr>
            <p:cNvPr id="29" name="Rounded Rectangle 28">
              <a:extLst>
                <a:ext uri="{FF2B5EF4-FFF2-40B4-BE49-F238E27FC236}">
                  <a16:creationId xmlns:a16="http://schemas.microsoft.com/office/drawing/2014/main" id="{0F2555CA-AFFA-BF20-B799-5FAB537B05A3}"/>
                </a:ext>
              </a:extLst>
            </p:cNvPr>
            <p:cNvSpPr/>
            <p:nvPr/>
          </p:nvSpPr>
          <p:spPr>
            <a:xfrm>
              <a:off x="1108710" y="46920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32</a:t>
              </a:r>
            </a:p>
          </p:txBody>
        </p:sp>
        <p:sp>
          <p:nvSpPr>
            <p:cNvPr id="30" name="Rounded Rectangle 29">
              <a:extLst>
                <a:ext uri="{FF2B5EF4-FFF2-40B4-BE49-F238E27FC236}">
                  <a16:creationId xmlns:a16="http://schemas.microsoft.com/office/drawing/2014/main" id="{32418128-A626-9F5D-7F48-A48172DD6326}"/>
                </a:ext>
              </a:extLst>
            </p:cNvPr>
            <p:cNvSpPr/>
            <p:nvPr/>
          </p:nvSpPr>
          <p:spPr>
            <a:xfrm>
              <a:off x="2410641" y="46920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33</a:t>
              </a:r>
            </a:p>
          </p:txBody>
        </p:sp>
        <p:sp>
          <p:nvSpPr>
            <p:cNvPr id="31" name="Rounded Rectangle 30">
              <a:extLst>
                <a:ext uri="{FF2B5EF4-FFF2-40B4-BE49-F238E27FC236}">
                  <a16:creationId xmlns:a16="http://schemas.microsoft.com/office/drawing/2014/main" id="{96DA9C7D-AD99-DF12-1CF9-D106846ECEC9}"/>
                </a:ext>
              </a:extLst>
            </p:cNvPr>
            <p:cNvSpPr/>
            <p:nvPr/>
          </p:nvSpPr>
          <p:spPr>
            <a:xfrm>
              <a:off x="3712572" y="46920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33</a:t>
              </a:r>
            </a:p>
          </p:txBody>
        </p:sp>
        <p:sp>
          <p:nvSpPr>
            <p:cNvPr id="32" name="Rounded Rectangle 31">
              <a:extLst>
                <a:ext uri="{FF2B5EF4-FFF2-40B4-BE49-F238E27FC236}">
                  <a16:creationId xmlns:a16="http://schemas.microsoft.com/office/drawing/2014/main" id="{743205FE-94FE-44CB-62CC-813A541CD6F1}"/>
                </a:ext>
              </a:extLst>
            </p:cNvPr>
            <p:cNvSpPr/>
            <p:nvPr/>
          </p:nvSpPr>
          <p:spPr>
            <a:xfrm>
              <a:off x="5014503" y="46920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33</a:t>
              </a:r>
            </a:p>
          </p:txBody>
        </p:sp>
        <p:sp>
          <p:nvSpPr>
            <p:cNvPr id="33" name="Rounded Rectangle 32">
              <a:extLst>
                <a:ext uri="{FF2B5EF4-FFF2-40B4-BE49-F238E27FC236}">
                  <a16:creationId xmlns:a16="http://schemas.microsoft.com/office/drawing/2014/main" id="{A222EAB6-376A-60BB-15B5-E62F47644CBE}"/>
                </a:ext>
              </a:extLst>
            </p:cNvPr>
            <p:cNvSpPr/>
            <p:nvPr/>
          </p:nvSpPr>
          <p:spPr>
            <a:xfrm>
              <a:off x="6316434" y="46920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33</a:t>
              </a:r>
            </a:p>
          </p:txBody>
        </p:sp>
        <p:cxnSp>
          <p:nvCxnSpPr>
            <p:cNvPr id="38" name="Straight Connector 37">
              <a:extLst>
                <a:ext uri="{FF2B5EF4-FFF2-40B4-BE49-F238E27FC236}">
                  <a16:creationId xmlns:a16="http://schemas.microsoft.com/office/drawing/2014/main" id="{9ED41A4A-1F4E-0138-BA19-A05B5886C3A5}"/>
                </a:ext>
              </a:extLst>
            </p:cNvPr>
            <p:cNvCxnSpPr/>
            <p:nvPr/>
          </p:nvCxnSpPr>
          <p:spPr>
            <a:xfrm>
              <a:off x="7520940" y="5097780"/>
              <a:ext cx="3592830" cy="0"/>
            </a:xfrm>
            <a:prstGeom prst="line">
              <a:avLst/>
            </a:prstGeom>
            <a:ln>
              <a:solidFill>
                <a:schemeClr val="bg1"/>
              </a:solidFill>
              <a:prstDash val="dash"/>
            </a:ln>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F8092701-6C34-AB16-E5C7-759873444EC1}"/>
              </a:ext>
            </a:extLst>
          </p:cNvPr>
          <p:cNvSpPr txBox="1"/>
          <p:nvPr/>
        </p:nvSpPr>
        <p:spPr>
          <a:xfrm>
            <a:off x="19414" y="6488668"/>
            <a:ext cx="5212453" cy="369332"/>
          </a:xfrm>
          <a:prstGeom prst="rect">
            <a:avLst/>
          </a:prstGeom>
          <a:noFill/>
        </p:spPr>
        <p:txBody>
          <a:bodyPr wrap="none" rtlCol="0">
            <a:spAutoFit/>
          </a:bodyPr>
          <a:lstStyle/>
          <a:p>
            <a:r>
              <a:rPr lang="en-US" dirty="0"/>
              <a:t>(*Assume different list sorted, compared to before)</a:t>
            </a:r>
          </a:p>
        </p:txBody>
      </p:sp>
    </p:spTree>
    <p:extLst>
      <p:ext uri="{BB962C8B-B14F-4D97-AF65-F5344CB8AC3E}">
        <p14:creationId xmlns:p14="http://schemas.microsoft.com/office/powerpoint/2010/main" val="34692587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34346E97-C31E-8057-7E8A-DB577683EBFC}"/>
            </a:ext>
          </a:extLst>
        </p:cNvPr>
        <p:cNvGrpSpPr/>
        <p:nvPr/>
      </p:nvGrpSpPr>
      <p:grpSpPr>
        <a:xfrm>
          <a:off x="0" y="0"/>
          <a:ext cx="0" cy="0"/>
          <a:chOff x="0" y="0"/>
          <a:chExt cx="0" cy="0"/>
        </a:xfrm>
      </p:grpSpPr>
      <p:grpSp>
        <p:nvGrpSpPr>
          <p:cNvPr id="39" name="Group 38">
            <a:extLst>
              <a:ext uri="{FF2B5EF4-FFF2-40B4-BE49-F238E27FC236}">
                <a16:creationId xmlns:a16="http://schemas.microsoft.com/office/drawing/2014/main" id="{6AC8CE49-75EC-D9A1-D0EA-6B7ACEEE1BE7}"/>
              </a:ext>
            </a:extLst>
          </p:cNvPr>
          <p:cNvGrpSpPr/>
          <p:nvPr/>
        </p:nvGrpSpPr>
        <p:grpSpPr>
          <a:xfrm>
            <a:off x="1108710" y="805815"/>
            <a:ext cx="10005060" cy="4743450"/>
            <a:chOff x="1108710" y="805815"/>
            <a:chExt cx="10005060" cy="4743450"/>
          </a:xfrm>
        </p:grpSpPr>
        <p:sp>
          <p:nvSpPr>
            <p:cNvPr id="5" name="Rounded Rectangle 4">
              <a:extLst>
                <a:ext uri="{FF2B5EF4-FFF2-40B4-BE49-F238E27FC236}">
                  <a16:creationId xmlns:a16="http://schemas.microsoft.com/office/drawing/2014/main" id="{1B8ABD7E-DF0D-C5E5-AE82-C243ED9BB870}"/>
                </a:ext>
              </a:extLst>
            </p:cNvPr>
            <p:cNvSpPr/>
            <p:nvPr/>
          </p:nvSpPr>
          <p:spPr>
            <a:xfrm>
              <a:off x="1108710" y="805815"/>
              <a:ext cx="891540" cy="857250"/>
            </a:xfrm>
            <a:prstGeom prst="roundRect">
              <a:avLst/>
            </a:prstGeom>
            <a:solidFill>
              <a:schemeClr val="accent5">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4</a:t>
              </a:r>
            </a:p>
          </p:txBody>
        </p:sp>
        <p:sp>
          <p:nvSpPr>
            <p:cNvPr id="6" name="Rounded Rectangle 5">
              <a:extLst>
                <a:ext uri="{FF2B5EF4-FFF2-40B4-BE49-F238E27FC236}">
                  <a16:creationId xmlns:a16="http://schemas.microsoft.com/office/drawing/2014/main" id="{B67F1612-D0C9-8C96-2E49-70B50F2332B3}"/>
                </a:ext>
              </a:extLst>
            </p:cNvPr>
            <p:cNvSpPr/>
            <p:nvPr/>
          </p:nvSpPr>
          <p:spPr>
            <a:xfrm>
              <a:off x="2410641" y="805815"/>
              <a:ext cx="891540" cy="857250"/>
            </a:xfrm>
            <a:prstGeom prst="roundRect">
              <a:avLst/>
            </a:prstGeom>
            <a:solidFill>
              <a:schemeClr val="accent5">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5</a:t>
              </a:r>
            </a:p>
          </p:txBody>
        </p:sp>
        <p:sp>
          <p:nvSpPr>
            <p:cNvPr id="7" name="Rounded Rectangle 6">
              <a:extLst>
                <a:ext uri="{FF2B5EF4-FFF2-40B4-BE49-F238E27FC236}">
                  <a16:creationId xmlns:a16="http://schemas.microsoft.com/office/drawing/2014/main" id="{26D23576-057C-5A48-6330-90DEB030AE66}"/>
                </a:ext>
              </a:extLst>
            </p:cNvPr>
            <p:cNvSpPr/>
            <p:nvPr/>
          </p:nvSpPr>
          <p:spPr>
            <a:xfrm>
              <a:off x="3712572" y="805815"/>
              <a:ext cx="891540" cy="857250"/>
            </a:xfrm>
            <a:prstGeom prst="roundRect">
              <a:avLst/>
            </a:prstGeom>
            <a:solidFill>
              <a:schemeClr val="accent5">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6</a:t>
              </a:r>
            </a:p>
          </p:txBody>
        </p:sp>
        <p:sp>
          <p:nvSpPr>
            <p:cNvPr id="8" name="Rounded Rectangle 7">
              <a:extLst>
                <a:ext uri="{FF2B5EF4-FFF2-40B4-BE49-F238E27FC236}">
                  <a16:creationId xmlns:a16="http://schemas.microsoft.com/office/drawing/2014/main" id="{B92C528E-56FB-5992-1F36-777AAF30D44B}"/>
                </a:ext>
              </a:extLst>
            </p:cNvPr>
            <p:cNvSpPr/>
            <p:nvPr/>
          </p:nvSpPr>
          <p:spPr>
            <a:xfrm>
              <a:off x="5014503" y="805815"/>
              <a:ext cx="891540" cy="857250"/>
            </a:xfrm>
            <a:prstGeom prst="roundRect">
              <a:avLst/>
            </a:prstGeom>
            <a:solidFill>
              <a:schemeClr val="accent5">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7</a:t>
              </a:r>
            </a:p>
          </p:txBody>
        </p:sp>
        <p:sp>
          <p:nvSpPr>
            <p:cNvPr id="9" name="Rounded Rectangle 8">
              <a:extLst>
                <a:ext uri="{FF2B5EF4-FFF2-40B4-BE49-F238E27FC236}">
                  <a16:creationId xmlns:a16="http://schemas.microsoft.com/office/drawing/2014/main" id="{AE51EDDA-AAA6-531E-43A7-6B4DE05A1717}"/>
                </a:ext>
              </a:extLst>
            </p:cNvPr>
            <p:cNvSpPr/>
            <p:nvPr/>
          </p:nvSpPr>
          <p:spPr>
            <a:xfrm>
              <a:off x="6316434" y="805815"/>
              <a:ext cx="891540" cy="857250"/>
            </a:xfrm>
            <a:prstGeom prst="roundRect">
              <a:avLst/>
            </a:prstGeom>
            <a:solidFill>
              <a:schemeClr val="accent5">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7</a:t>
              </a:r>
            </a:p>
          </p:txBody>
        </p:sp>
        <p:sp>
          <p:nvSpPr>
            <p:cNvPr id="10" name="Rounded Rectangle 9">
              <a:extLst>
                <a:ext uri="{FF2B5EF4-FFF2-40B4-BE49-F238E27FC236}">
                  <a16:creationId xmlns:a16="http://schemas.microsoft.com/office/drawing/2014/main" id="{877570F9-B924-2583-21F4-EBF79247C3D8}"/>
                </a:ext>
              </a:extLst>
            </p:cNvPr>
            <p:cNvSpPr/>
            <p:nvPr/>
          </p:nvSpPr>
          <p:spPr>
            <a:xfrm>
              <a:off x="7618365" y="805815"/>
              <a:ext cx="891540" cy="857250"/>
            </a:xfrm>
            <a:prstGeom prst="roundRect">
              <a:avLst/>
            </a:prstGeom>
            <a:solidFill>
              <a:schemeClr val="accent5">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8</a:t>
              </a:r>
            </a:p>
          </p:txBody>
        </p:sp>
        <p:sp>
          <p:nvSpPr>
            <p:cNvPr id="11" name="Rounded Rectangle 10">
              <a:extLst>
                <a:ext uri="{FF2B5EF4-FFF2-40B4-BE49-F238E27FC236}">
                  <a16:creationId xmlns:a16="http://schemas.microsoft.com/office/drawing/2014/main" id="{5692490B-8EEC-CCE4-AD39-F7837ACD2B77}"/>
                </a:ext>
              </a:extLst>
            </p:cNvPr>
            <p:cNvSpPr/>
            <p:nvPr/>
          </p:nvSpPr>
          <p:spPr>
            <a:xfrm>
              <a:off x="8920296" y="805815"/>
              <a:ext cx="891540" cy="857250"/>
            </a:xfrm>
            <a:prstGeom prst="roundRect">
              <a:avLst/>
            </a:prstGeom>
            <a:solidFill>
              <a:schemeClr val="accent5">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8</a:t>
              </a:r>
            </a:p>
          </p:txBody>
        </p:sp>
        <p:sp>
          <p:nvSpPr>
            <p:cNvPr id="12" name="Rounded Rectangle 11">
              <a:extLst>
                <a:ext uri="{FF2B5EF4-FFF2-40B4-BE49-F238E27FC236}">
                  <a16:creationId xmlns:a16="http://schemas.microsoft.com/office/drawing/2014/main" id="{6A3CA701-9C23-2607-C2D4-217F536C5D14}"/>
                </a:ext>
              </a:extLst>
            </p:cNvPr>
            <p:cNvSpPr/>
            <p:nvPr/>
          </p:nvSpPr>
          <p:spPr>
            <a:xfrm>
              <a:off x="10222230" y="805815"/>
              <a:ext cx="891540" cy="857250"/>
            </a:xfrm>
            <a:prstGeom prst="roundRect">
              <a:avLst/>
            </a:prstGeom>
            <a:solidFill>
              <a:schemeClr val="accent5">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9</a:t>
              </a:r>
            </a:p>
          </p:txBody>
        </p:sp>
        <p:sp>
          <p:nvSpPr>
            <p:cNvPr id="13" name="Rounded Rectangle 12">
              <a:extLst>
                <a:ext uri="{FF2B5EF4-FFF2-40B4-BE49-F238E27FC236}">
                  <a16:creationId xmlns:a16="http://schemas.microsoft.com/office/drawing/2014/main" id="{5C106520-21EB-F539-422B-0FBFFC0E5AE9}"/>
                </a:ext>
              </a:extLst>
            </p:cNvPr>
            <p:cNvSpPr/>
            <p:nvPr/>
          </p:nvSpPr>
          <p:spPr>
            <a:xfrm>
              <a:off x="1108710" y="2101215"/>
              <a:ext cx="891540" cy="857250"/>
            </a:xfrm>
            <a:prstGeom prst="roundRect">
              <a:avLst/>
            </a:prstGeom>
            <a:solidFill>
              <a:schemeClr val="accent4">
                <a:lumMod val="60000"/>
                <a:lumOff val="4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12</a:t>
              </a:r>
            </a:p>
          </p:txBody>
        </p:sp>
        <p:sp>
          <p:nvSpPr>
            <p:cNvPr id="14" name="Rounded Rectangle 13">
              <a:extLst>
                <a:ext uri="{FF2B5EF4-FFF2-40B4-BE49-F238E27FC236}">
                  <a16:creationId xmlns:a16="http://schemas.microsoft.com/office/drawing/2014/main" id="{ECA4B7BF-7F01-6702-171D-2DB8B5151C37}"/>
                </a:ext>
              </a:extLst>
            </p:cNvPr>
            <p:cNvSpPr/>
            <p:nvPr/>
          </p:nvSpPr>
          <p:spPr>
            <a:xfrm>
              <a:off x="2410641" y="2101215"/>
              <a:ext cx="891540" cy="857250"/>
            </a:xfrm>
            <a:prstGeom prst="roundRect">
              <a:avLst/>
            </a:prstGeom>
            <a:solidFill>
              <a:schemeClr val="accent4">
                <a:lumMod val="60000"/>
                <a:lumOff val="4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12</a:t>
              </a:r>
            </a:p>
          </p:txBody>
        </p:sp>
        <p:sp>
          <p:nvSpPr>
            <p:cNvPr id="15" name="Rounded Rectangle 14">
              <a:extLst>
                <a:ext uri="{FF2B5EF4-FFF2-40B4-BE49-F238E27FC236}">
                  <a16:creationId xmlns:a16="http://schemas.microsoft.com/office/drawing/2014/main" id="{7ECA2AEF-1353-D737-2BDE-14ED9C786028}"/>
                </a:ext>
              </a:extLst>
            </p:cNvPr>
            <p:cNvSpPr/>
            <p:nvPr/>
          </p:nvSpPr>
          <p:spPr>
            <a:xfrm>
              <a:off x="3712572" y="2101215"/>
              <a:ext cx="891540" cy="857250"/>
            </a:xfrm>
            <a:prstGeom prst="roundRect">
              <a:avLst/>
            </a:prstGeom>
            <a:solidFill>
              <a:schemeClr val="accent4">
                <a:lumMod val="60000"/>
                <a:lumOff val="4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12</a:t>
              </a:r>
            </a:p>
          </p:txBody>
        </p:sp>
        <p:sp>
          <p:nvSpPr>
            <p:cNvPr id="16" name="Rounded Rectangle 15">
              <a:extLst>
                <a:ext uri="{FF2B5EF4-FFF2-40B4-BE49-F238E27FC236}">
                  <a16:creationId xmlns:a16="http://schemas.microsoft.com/office/drawing/2014/main" id="{533DA8A4-A54C-9D7F-C286-835422A615B2}"/>
                </a:ext>
              </a:extLst>
            </p:cNvPr>
            <p:cNvSpPr/>
            <p:nvPr/>
          </p:nvSpPr>
          <p:spPr>
            <a:xfrm>
              <a:off x="5014503" y="2101215"/>
              <a:ext cx="891540" cy="857250"/>
            </a:xfrm>
            <a:prstGeom prst="roundRect">
              <a:avLst/>
            </a:prstGeom>
            <a:solidFill>
              <a:schemeClr val="accent4">
                <a:lumMod val="60000"/>
                <a:lumOff val="4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12</a:t>
              </a:r>
            </a:p>
          </p:txBody>
        </p:sp>
        <p:sp>
          <p:nvSpPr>
            <p:cNvPr id="17" name="Rounded Rectangle 16">
              <a:extLst>
                <a:ext uri="{FF2B5EF4-FFF2-40B4-BE49-F238E27FC236}">
                  <a16:creationId xmlns:a16="http://schemas.microsoft.com/office/drawing/2014/main" id="{30F80C27-E94C-B929-0898-68C6B007B746}"/>
                </a:ext>
              </a:extLst>
            </p:cNvPr>
            <p:cNvSpPr/>
            <p:nvPr/>
          </p:nvSpPr>
          <p:spPr>
            <a:xfrm>
              <a:off x="6316434" y="2101215"/>
              <a:ext cx="891540" cy="857250"/>
            </a:xfrm>
            <a:prstGeom prst="roundRect">
              <a:avLst/>
            </a:prstGeom>
            <a:solidFill>
              <a:schemeClr val="accent4">
                <a:lumMod val="60000"/>
                <a:lumOff val="4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13</a:t>
              </a:r>
            </a:p>
          </p:txBody>
        </p:sp>
        <p:sp>
          <p:nvSpPr>
            <p:cNvPr id="18" name="Rounded Rectangle 17">
              <a:extLst>
                <a:ext uri="{FF2B5EF4-FFF2-40B4-BE49-F238E27FC236}">
                  <a16:creationId xmlns:a16="http://schemas.microsoft.com/office/drawing/2014/main" id="{32EDD876-6793-1B5D-FFC7-D4F87845E9A6}"/>
                </a:ext>
              </a:extLst>
            </p:cNvPr>
            <p:cNvSpPr/>
            <p:nvPr/>
          </p:nvSpPr>
          <p:spPr>
            <a:xfrm>
              <a:off x="7618365" y="2101215"/>
              <a:ext cx="891540" cy="857250"/>
            </a:xfrm>
            <a:prstGeom prst="roundRect">
              <a:avLst/>
            </a:prstGeom>
            <a:solidFill>
              <a:schemeClr val="accent4">
                <a:lumMod val="60000"/>
                <a:lumOff val="4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18</a:t>
              </a:r>
            </a:p>
          </p:txBody>
        </p:sp>
        <p:sp>
          <p:nvSpPr>
            <p:cNvPr id="19" name="Rounded Rectangle 18">
              <a:extLst>
                <a:ext uri="{FF2B5EF4-FFF2-40B4-BE49-F238E27FC236}">
                  <a16:creationId xmlns:a16="http://schemas.microsoft.com/office/drawing/2014/main" id="{C555671E-CBD8-BAE0-36F0-A940CFCB782A}"/>
                </a:ext>
              </a:extLst>
            </p:cNvPr>
            <p:cNvSpPr/>
            <p:nvPr/>
          </p:nvSpPr>
          <p:spPr>
            <a:xfrm>
              <a:off x="8920296" y="2101215"/>
              <a:ext cx="891540" cy="857250"/>
            </a:xfrm>
            <a:prstGeom prst="roundRect">
              <a:avLst/>
            </a:prstGeom>
            <a:solidFill>
              <a:schemeClr val="accent4">
                <a:lumMod val="60000"/>
                <a:lumOff val="4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19</a:t>
              </a:r>
            </a:p>
          </p:txBody>
        </p:sp>
        <p:sp>
          <p:nvSpPr>
            <p:cNvPr id="20" name="Rounded Rectangle 19">
              <a:extLst>
                <a:ext uri="{FF2B5EF4-FFF2-40B4-BE49-F238E27FC236}">
                  <a16:creationId xmlns:a16="http://schemas.microsoft.com/office/drawing/2014/main" id="{A5601540-E76B-B38E-E063-9CBA39D95A4F}"/>
                </a:ext>
              </a:extLst>
            </p:cNvPr>
            <p:cNvSpPr/>
            <p:nvPr/>
          </p:nvSpPr>
          <p:spPr>
            <a:xfrm>
              <a:off x="10222230" y="2101215"/>
              <a:ext cx="891540" cy="857250"/>
            </a:xfrm>
            <a:prstGeom prst="roundRect">
              <a:avLst/>
            </a:prstGeom>
            <a:solidFill>
              <a:schemeClr val="accent4">
                <a:lumMod val="60000"/>
                <a:lumOff val="4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19</a:t>
              </a:r>
            </a:p>
          </p:txBody>
        </p:sp>
        <p:sp>
          <p:nvSpPr>
            <p:cNvPr id="21" name="Rounded Rectangle 20">
              <a:extLst>
                <a:ext uri="{FF2B5EF4-FFF2-40B4-BE49-F238E27FC236}">
                  <a16:creationId xmlns:a16="http://schemas.microsoft.com/office/drawing/2014/main" id="{1A7C5B29-68D1-DAEE-6596-B7A790642192}"/>
                </a:ext>
              </a:extLst>
            </p:cNvPr>
            <p:cNvSpPr/>
            <p:nvPr/>
          </p:nvSpPr>
          <p:spPr>
            <a:xfrm>
              <a:off x="1108710"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20</a:t>
              </a:r>
            </a:p>
          </p:txBody>
        </p:sp>
        <p:sp>
          <p:nvSpPr>
            <p:cNvPr id="22" name="Rounded Rectangle 21">
              <a:extLst>
                <a:ext uri="{FF2B5EF4-FFF2-40B4-BE49-F238E27FC236}">
                  <a16:creationId xmlns:a16="http://schemas.microsoft.com/office/drawing/2014/main" id="{E2B1D42E-1795-5F87-D809-CA86C277612F}"/>
                </a:ext>
              </a:extLst>
            </p:cNvPr>
            <p:cNvSpPr/>
            <p:nvPr/>
          </p:nvSpPr>
          <p:spPr>
            <a:xfrm>
              <a:off x="2410641"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21</a:t>
              </a:r>
            </a:p>
          </p:txBody>
        </p:sp>
        <p:sp>
          <p:nvSpPr>
            <p:cNvPr id="23" name="Rounded Rectangle 22">
              <a:extLst>
                <a:ext uri="{FF2B5EF4-FFF2-40B4-BE49-F238E27FC236}">
                  <a16:creationId xmlns:a16="http://schemas.microsoft.com/office/drawing/2014/main" id="{DA550DC1-07EC-753E-C217-3392DF87C990}"/>
                </a:ext>
              </a:extLst>
            </p:cNvPr>
            <p:cNvSpPr/>
            <p:nvPr/>
          </p:nvSpPr>
          <p:spPr>
            <a:xfrm>
              <a:off x="3712572"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21</a:t>
              </a:r>
            </a:p>
          </p:txBody>
        </p:sp>
        <p:sp>
          <p:nvSpPr>
            <p:cNvPr id="24" name="Rounded Rectangle 23">
              <a:extLst>
                <a:ext uri="{FF2B5EF4-FFF2-40B4-BE49-F238E27FC236}">
                  <a16:creationId xmlns:a16="http://schemas.microsoft.com/office/drawing/2014/main" id="{8348766F-8D6D-3DD6-2CED-5CE39044B884}"/>
                </a:ext>
              </a:extLst>
            </p:cNvPr>
            <p:cNvSpPr/>
            <p:nvPr/>
          </p:nvSpPr>
          <p:spPr>
            <a:xfrm>
              <a:off x="5014503"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23</a:t>
              </a:r>
            </a:p>
          </p:txBody>
        </p:sp>
        <p:sp>
          <p:nvSpPr>
            <p:cNvPr id="25" name="Rounded Rectangle 24">
              <a:extLst>
                <a:ext uri="{FF2B5EF4-FFF2-40B4-BE49-F238E27FC236}">
                  <a16:creationId xmlns:a16="http://schemas.microsoft.com/office/drawing/2014/main" id="{96CE1285-5E28-4AB4-B6B6-420A827EE0D0}"/>
                </a:ext>
              </a:extLst>
            </p:cNvPr>
            <p:cNvSpPr/>
            <p:nvPr/>
          </p:nvSpPr>
          <p:spPr>
            <a:xfrm>
              <a:off x="6316434"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23</a:t>
              </a:r>
            </a:p>
          </p:txBody>
        </p:sp>
        <p:sp>
          <p:nvSpPr>
            <p:cNvPr id="26" name="Rounded Rectangle 25">
              <a:extLst>
                <a:ext uri="{FF2B5EF4-FFF2-40B4-BE49-F238E27FC236}">
                  <a16:creationId xmlns:a16="http://schemas.microsoft.com/office/drawing/2014/main" id="{C3F2EC2F-74BF-1CF2-AED5-E8432BCA2C24}"/>
                </a:ext>
              </a:extLst>
            </p:cNvPr>
            <p:cNvSpPr/>
            <p:nvPr/>
          </p:nvSpPr>
          <p:spPr>
            <a:xfrm>
              <a:off x="7618365"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25</a:t>
              </a:r>
            </a:p>
          </p:txBody>
        </p:sp>
        <p:sp>
          <p:nvSpPr>
            <p:cNvPr id="27" name="Rounded Rectangle 26">
              <a:extLst>
                <a:ext uri="{FF2B5EF4-FFF2-40B4-BE49-F238E27FC236}">
                  <a16:creationId xmlns:a16="http://schemas.microsoft.com/office/drawing/2014/main" id="{F742F7E9-B91D-E38E-0477-FDC7BB9CDB86}"/>
                </a:ext>
              </a:extLst>
            </p:cNvPr>
            <p:cNvSpPr/>
            <p:nvPr/>
          </p:nvSpPr>
          <p:spPr>
            <a:xfrm>
              <a:off x="8920296" y="3396615"/>
              <a:ext cx="891540" cy="857250"/>
            </a:xfrm>
            <a:prstGeom prst="roundRect">
              <a:avLst/>
            </a:prstGeom>
            <a:solidFill>
              <a:schemeClr val="bg2">
                <a:lumMod val="9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31</a:t>
              </a:r>
            </a:p>
          </p:txBody>
        </p:sp>
        <p:sp>
          <p:nvSpPr>
            <p:cNvPr id="28" name="Rounded Rectangle 27">
              <a:extLst>
                <a:ext uri="{FF2B5EF4-FFF2-40B4-BE49-F238E27FC236}">
                  <a16:creationId xmlns:a16="http://schemas.microsoft.com/office/drawing/2014/main" id="{ED350EFC-69BC-F600-005A-1B3A3F53E143}"/>
                </a:ext>
              </a:extLst>
            </p:cNvPr>
            <p:cNvSpPr/>
            <p:nvPr/>
          </p:nvSpPr>
          <p:spPr>
            <a:xfrm>
              <a:off x="10222230" y="3396615"/>
              <a:ext cx="891540" cy="857250"/>
            </a:xfrm>
            <a:prstGeom prst="roundRect">
              <a:avLst/>
            </a:prstGeom>
            <a:solidFill>
              <a:schemeClr val="bg2">
                <a:lumMod val="9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32</a:t>
              </a:r>
            </a:p>
          </p:txBody>
        </p:sp>
        <p:sp>
          <p:nvSpPr>
            <p:cNvPr id="29" name="Rounded Rectangle 28">
              <a:extLst>
                <a:ext uri="{FF2B5EF4-FFF2-40B4-BE49-F238E27FC236}">
                  <a16:creationId xmlns:a16="http://schemas.microsoft.com/office/drawing/2014/main" id="{1EF9E8B1-885D-69BD-711D-C401A4DA6064}"/>
                </a:ext>
              </a:extLst>
            </p:cNvPr>
            <p:cNvSpPr/>
            <p:nvPr/>
          </p:nvSpPr>
          <p:spPr>
            <a:xfrm>
              <a:off x="1108710" y="4692015"/>
              <a:ext cx="891540" cy="857250"/>
            </a:xfrm>
            <a:prstGeom prst="roundRect">
              <a:avLst/>
            </a:prstGeom>
            <a:solidFill>
              <a:schemeClr val="bg2">
                <a:lumMod val="9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32</a:t>
              </a:r>
            </a:p>
          </p:txBody>
        </p:sp>
        <p:sp>
          <p:nvSpPr>
            <p:cNvPr id="30" name="Rounded Rectangle 29">
              <a:extLst>
                <a:ext uri="{FF2B5EF4-FFF2-40B4-BE49-F238E27FC236}">
                  <a16:creationId xmlns:a16="http://schemas.microsoft.com/office/drawing/2014/main" id="{3C16F154-C1F8-5C37-69A0-BE2E0EE394A3}"/>
                </a:ext>
              </a:extLst>
            </p:cNvPr>
            <p:cNvSpPr/>
            <p:nvPr/>
          </p:nvSpPr>
          <p:spPr>
            <a:xfrm>
              <a:off x="2410641" y="4692015"/>
              <a:ext cx="891540" cy="857250"/>
            </a:xfrm>
            <a:prstGeom prst="roundRect">
              <a:avLst/>
            </a:prstGeom>
            <a:solidFill>
              <a:schemeClr val="bg2">
                <a:lumMod val="9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33</a:t>
              </a:r>
            </a:p>
          </p:txBody>
        </p:sp>
        <p:sp>
          <p:nvSpPr>
            <p:cNvPr id="31" name="Rounded Rectangle 30">
              <a:extLst>
                <a:ext uri="{FF2B5EF4-FFF2-40B4-BE49-F238E27FC236}">
                  <a16:creationId xmlns:a16="http://schemas.microsoft.com/office/drawing/2014/main" id="{39E283E4-A716-72E5-6E9B-A3A5D472AA43}"/>
                </a:ext>
              </a:extLst>
            </p:cNvPr>
            <p:cNvSpPr/>
            <p:nvPr/>
          </p:nvSpPr>
          <p:spPr>
            <a:xfrm>
              <a:off x="3712572" y="4692015"/>
              <a:ext cx="891540" cy="857250"/>
            </a:xfrm>
            <a:prstGeom prst="roundRect">
              <a:avLst/>
            </a:prstGeom>
            <a:solidFill>
              <a:schemeClr val="bg2">
                <a:lumMod val="9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33</a:t>
              </a:r>
            </a:p>
          </p:txBody>
        </p:sp>
        <p:sp>
          <p:nvSpPr>
            <p:cNvPr id="32" name="Rounded Rectangle 31">
              <a:extLst>
                <a:ext uri="{FF2B5EF4-FFF2-40B4-BE49-F238E27FC236}">
                  <a16:creationId xmlns:a16="http://schemas.microsoft.com/office/drawing/2014/main" id="{79057F81-AF52-A412-59CC-AA0CC00E78BD}"/>
                </a:ext>
              </a:extLst>
            </p:cNvPr>
            <p:cNvSpPr/>
            <p:nvPr/>
          </p:nvSpPr>
          <p:spPr>
            <a:xfrm>
              <a:off x="5014503" y="4692015"/>
              <a:ext cx="891540" cy="857250"/>
            </a:xfrm>
            <a:prstGeom prst="roundRect">
              <a:avLst/>
            </a:prstGeom>
            <a:solidFill>
              <a:schemeClr val="accent2"/>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41</a:t>
              </a:r>
            </a:p>
          </p:txBody>
        </p:sp>
        <p:sp>
          <p:nvSpPr>
            <p:cNvPr id="33" name="Rounded Rectangle 32">
              <a:extLst>
                <a:ext uri="{FF2B5EF4-FFF2-40B4-BE49-F238E27FC236}">
                  <a16:creationId xmlns:a16="http://schemas.microsoft.com/office/drawing/2014/main" id="{8EE3E8BB-F883-AA80-F8FD-7E27AFA4FF06}"/>
                </a:ext>
              </a:extLst>
            </p:cNvPr>
            <p:cNvSpPr/>
            <p:nvPr/>
          </p:nvSpPr>
          <p:spPr>
            <a:xfrm>
              <a:off x="6316434" y="4692015"/>
              <a:ext cx="891540" cy="857250"/>
            </a:xfrm>
            <a:prstGeom prst="roundRect">
              <a:avLst/>
            </a:prstGeom>
            <a:solidFill>
              <a:schemeClr val="tx1"/>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22225">
                    <a:solidFill>
                      <a:schemeClr val="accent2"/>
                    </a:solidFill>
                    <a:prstDash val="solid"/>
                  </a:ln>
                  <a:solidFill>
                    <a:schemeClr val="accent2">
                      <a:lumMod val="40000"/>
                      <a:lumOff val="60000"/>
                    </a:schemeClr>
                  </a:solidFill>
                </a:rPr>
                <a:t>52</a:t>
              </a:r>
            </a:p>
          </p:txBody>
        </p:sp>
        <p:cxnSp>
          <p:nvCxnSpPr>
            <p:cNvPr id="38" name="Straight Connector 37">
              <a:extLst>
                <a:ext uri="{FF2B5EF4-FFF2-40B4-BE49-F238E27FC236}">
                  <a16:creationId xmlns:a16="http://schemas.microsoft.com/office/drawing/2014/main" id="{818F0956-BEAF-B853-112D-564DBDE4CD3F}"/>
                </a:ext>
              </a:extLst>
            </p:cNvPr>
            <p:cNvCxnSpPr/>
            <p:nvPr/>
          </p:nvCxnSpPr>
          <p:spPr>
            <a:xfrm>
              <a:off x="7520940" y="5097780"/>
              <a:ext cx="3592830" cy="0"/>
            </a:xfrm>
            <a:prstGeom prst="line">
              <a:avLst/>
            </a:prstGeom>
            <a:ln>
              <a:solidFill>
                <a:schemeClr val="bg1"/>
              </a:solidFill>
              <a:prstDash val="dash"/>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7050066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4A19A7F1-03C1-3905-9ACE-3F081E098921}"/>
            </a:ext>
          </a:extLst>
        </p:cNvPr>
        <p:cNvGrpSpPr/>
        <p:nvPr/>
      </p:nvGrpSpPr>
      <p:grpSpPr>
        <a:xfrm>
          <a:off x="0" y="0"/>
          <a:ext cx="0" cy="0"/>
          <a:chOff x="0" y="0"/>
          <a:chExt cx="0" cy="0"/>
        </a:xfrm>
      </p:grpSpPr>
      <p:grpSp>
        <p:nvGrpSpPr>
          <p:cNvPr id="39" name="Group 38">
            <a:extLst>
              <a:ext uri="{FF2B5EF4-FFF2-40B4-BE49-F238E27FC236}">
                <a16:creationId xmlns:a16="http://schemas.microsoft.com/office/drawing/2014/main" id="{759FBC2B-5E2E-B5FF-84C1-1C24C040FA78}"/>
              </a:ext>
            </a:extLst>
          </p:cNvPr>
          <p:cNvGrpSpPr/>
          <p:nvPr/>
        </p:nvGrpSpPr>
        <p:grpSpPr>
          <a:xfrm>
            <a:off x="1108710" y="805815"/>
            <a:ext cx="10005060" cy="4743450"/>
            <a:chOff x="1108710" y="805815"/>
            <a:chExt cx="10005060" cy="4743450"/>
          </a:xfrm>
        </p:grpSpPr>
        <p:sp>
          <p:nvSpPr>
            <p:cNvPr id="5" name="Rounded Rectangle 4">
              <a:extLst>
                <a:ext uri="{FF2B5EF4-FFF2-40B4-BE49-F238E27FC236}">
                  <a16:creationId xmlns:a16="http://schemas.microsoft.com/office/drawing/2014/main" id="{E6C8DF76-F517-8510-E16C-0101D14EB17A}"/>
                </a:ext>
              </a:extLst>
            </p:cNvPr>
            <p:cNvSpPr/>
            <p:nvPr/>
          </p:nvSpPr>
          <p:spPr>
            <a:xfrm>
              <a:off x="1108710" y="805815"/>
              <a:ext cx="891540" cy="857250"/>
            </a:xfrm>
            <a:prstGeom prst="roundRect">
              <a:avLst/>
            </a:prstGeom>
            <a:solidFill>
              <a:schemeClr val="accent5">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4</a:t>
              </a:r>
            </a:p>
          </p:txBody>
        </p:sp>
        <p:sp>
          <p:nvSpPr>
            <p:cNvPr id="6" name="Rounded Rectangle 5">
              <a:extLst>
                <a:ext uri="{FF2B5EF4-FFF2-40B4-BE49-F238E27FC236}">
                  <a16:creationId xmlns:a16="http://schemas.microsoft.com/office/drawing/2014/main" id="{CA14784D-BC25-EE2D-C7ED-3FDD5BA9E7E1}"/>
                </a:ext>
              </a:extLst>
            </p:cNvPr>
            <p:cNvSpPr/>
            <p:nvPr/>
          </p:nvSpPr>
          <p:spPr>
            <a:xfrm>
              <a:off x="2410641" y="805815"/>
              <a:ext cx="891540" cy="857250"/>
            </a:xfrm>
            <a:prstGeom prst="roundRect">
              <a:avLst/>
            </a:prstGeom>
            <a:solidFill>
              <a:schemeClr val="accent5">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5</a:t>
              </a:r>
            </a:p>
          </p:txBody>
        </p:sp>
        <p:sp>
          <p:nvSpPr>
            <p:cNvPr id="7" name="Rounded Rectangle 6">
              <a:extLst>
                <a:ext uri="{FF2B5EF4-FFF2-40B4-BE49-F238E27FC236}">
                  <a16:creationId xmlns:a16="http://schemas.microsoft.com/office/drawing/2014/main" id="{536981A5-EE6A-6D98-FED5-C6E08223D5D3}"/>
                </a:ext>
              </a:extLst>
            </p:cNvPr>
            <p:cNvSpPr/>
            <p:nvPr/>
          </p:nvSpPr>
          <p:spPr>
            <a:xfrm>
              <a:off x="3712572" y="805815"/>
              <a:ext cx="891540" cy="857250"/>
            </a:xfrm>
            <a:prstGeom prst="roundRect">
              <a:avLst/>
            </a:prstGeom>
            <a:solidFill>
              <a:schemeClr val="accent5">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6</a:t>
              </a:r>
            </a:p>
          </p:txBody>
        </p:sp>
        <p:sp>
          <p:nvSpPr>
            <p:cNvPr id="8" name="Rounded Rectangle 7">
              <a:extLst>
                <a:ext uri="{FF2B5EF4-FFF2-40B4-BE49-F238E27FC236}">
                  <a16:creationId xmlns:a16="http://schemas.microsoft.com/office/drawing/2014/main" id="{DD6BE3FC-843D-1D50-6BF0-9CE4F10EEED1}"/>
                </a:ext>
              </a:extLst>
            </p:cNvPr>
            <p:cNvSpPr/>
            <p:nvPr/>
          </p:nvSpPr>
          <p:spPr>
            <a:xfrm>
              <a:off x="5014503" y="805815"/>
              <a:ext cx="891540" cy="857250"/>
            </a:xfrm>
            <a:prstGeom prst="roundRect">
              <a:avLst/>
            </a:prstGeom>
            <a:solidFill>
              <a:schemeClr val="accent5">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7</a:t>
              </a:r>
            </a:p>
          </p:txBody>
        </p:sp>
        <p:sp>
          <p:nvSpPr>
            <p:cNvPr id="9" name="Rounded Rectangle 8">
              <a:extLst>
                <a:ext uri="{FF2B5EF4-FFF2-40B4-BE49-F238E27FC236}">
                  <a16:creationId xmlns:a16="http://schemas.microsoft.com/office/drawing/2014/main" id="{9E3B4F29-32A7-22BE-FAB6-4CF2F3559B2D}"/>
                </a:ext>
              </a:extLst>
            </p:cNvPr>
            <p:cNvSpPr/>
            <p:nvPr/>
          </p:nvSpPr>
          <p:spPr>
            <a:xfrm>
              <a:off x="6316434" y="805815"/>
              <a:ext cx="891540" cy="857250"/>
            </a:xfrm>
            <a:prstGeom prst="roundRect">
              <a:avLst/>
            </a:prstGeom>
            <a:solidFill>
              <a:schemeClr val="accent5">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7</a:t>
              </a:r>
            </a:p>
          </p:txBody>
        </p:sp>
        <p:sp>
          <p:nvSpPr>
            <p:cNvPr id="10" name="Rounded Rectangle 9">
              <a:extLst>
                <a:ext uri="{FF2B5EF4-FFF2-40B4-BE49-F238E27FC236}">
                  <a16:creationId xmlns:a16="http://schemas.microsoft.com/office/drawing/2014/main" id="{340B6927-C940-CF76-A965-B5FDE35D5F6D}"/>
                </a:ext>
              </a:extLst>
            </p:cNvPr>
            <p:cNvSpPr/>
            <p:nvPr/>
          </p:nvSpPr>
          <p:spPr>
            <a:xfrm>
              <a:off x="7618365" y="805815"/>
              <a:ext cx="891540" cy="857250"/>
            </a:xfrm>
            <a:prstGeom prst="roundRect">
              <a:avLst/>
            </a:prstGeom>
            <a:solidFill>
              <a:schemeClr val="accent5">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8</a:t>
              </a:r>
            </a:p>
          </p:txBody>
        </p:sp>
        <p:sp>
          <p:nvSpPr>
            <p:cNvPr id="11" name="Rounded Rectangle 10">
              <a:extLst>
                <a:ext uri="{FF2B5EF4-FFF2-40B4-BE49-F238E27FC236}">
                  <a16:creationId xmlns:a16="http://schemas.microsoft.com/office/drawing/2014/main" id="{F86293DB-43AF-BFAD-9E62-E802D41D3CFE}"/>
                </a:ext>
              </a:extLst>
            </p:cNvPr>
            <p:cNvSpPr/>
            <p:nvPr/>
          </p:nvSpPr>
          <p:spPr>
            <a:xfrm>
              <a:off x="8920296" y="805815"/>
              <a:ext cx="891540" cy="857250"/>
            </a:xfrm>
            <a:prstGeom prst="roundRect">
              <a:avLst/>
            </a:prstGeom>
            <a:solidFill>
              <a:schemeClr val="accent5">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8</a:t>
              </a:r>
            </a:p>
          </p:txBody>
        </p:sp>
        <p:sp>
          <p:nvSpPr>
            <p:cNvPr id="12" name="Rounded Rectangle 11">
              <a:extLst>
                <a:ext uri="{FF2B5EF4-FFF2-40B4-BE49-F238E27FC236}">
                  <a16:creationId xmlns:a16="http://schemas.microsoft.com/office/drawing/2014/main" id="{A7BDBF3B-1501-750A-C7FE-87BC0CEED8CA}"/>
                </a:ext>
              </a:extLst>
            </p:cNvPr>
            <p:cNvSpPr/>
            <p:nvPr/>
          </p:nvSpPr>
          <p:spPr>
            <a:xfrm>
              <a:off x="10222230" y="805815"/>
              <a:ext cx="891540" cy="857250"/>
            </a:xfrm>
            <a:prstGeom prst="roundRect">
              <a:avLst/>
            </a:prstGeom>
            <a:solidFill>
              <a:schemeClr val="accent5">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9</a:t>
              </a:r>
            </a:p>
          </p:txBody>
        </p:sp>
        <p:sp>
          <p:nvSpPr>
            <p:cNvPr id="13" name="Rounded Rectangle 12">
              <a:extLst>
                <a:ext uri="{FF2B5EF4-FFF2-40B4-BE49-F238E27FC236}">
                  <a16:creationId xmlns:a16="http://schemas.microsoft.com/office/drawing/2014/main" id="{B19D1FF1-AD69-3F4A-01AF-53CAF4DA4756}"/>
                </a:ext>
              </a:extLst>
            </p:cNvPr>
            <p:cNvSpPr/>
            <p:nvPr/>
          </p:nvSpPr>
          <p:spPr>
            <a:xfrm>
              <a:off x="1108710" y="2101215"/>
              <a:ext cx="891540" cy="857250"/>
            </a:xfrm>
            <a:prstGeom prst="roundRect">
              <a:avLst/>
            </a:prstGeom>
            <a:solidFill>
              <a:schemeClr val="accent4">
                <a:lumMod val="60000"/>
                <a:lumOff val="4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12</a:t>
              </a:r>
            </a:p>
          </p:txBody>
        </p:sp>
        <p:sp>
          <p:nvSpPr>
            <p:cNvPr id="14" name="Rounded Rectangle 13">
              <a:extLst>
                <a:ext uri="{FF2B5EF4-FFF2-40B4-BE49-F238E27FC236}">
                  <a16:creationId xmlns:a16="http://schemas.microsoft.com/office/drawing/2014/main" id="{0B36D73D-9ACC-1BA9-3F73-D3733E30108B}"/>
                </a:ext>
              </a:extLst>
            </p:cNvPr>
            <p:cNvSpPr/>
            <p:nvPr/>
          </p:nvSpPr>
          <p:spPr>
            <a:xfrm>
              <a:off x="2410641" y="2101215"/>
              <a:ext cx="891540" cy="857250"/>
            </a:xfrm>
            <a:prstGeom prst="roundRect">
              <a:avLst/>
            </a:prstGeom>
            <a:solidFill>
              <a:schemeClr val="accent4">
                <a:lumMod val="60000"/>
                <a:lumOff val="4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12</a:t>
              </a:r>
            </a:p>
          </p:txBody>
        </p:sp>
        <p:sp>
          <p:nvSpPr>
            <p:cNvPr id="15" name="Rounded Rectangle 14">
              <a:extLst>
                <a:ext uri="{FF2B5EF4-FFF2-40B4-BE49-F238E27FC236}">
                  <a16:creationId xmlns:a16="http://schemas.microsoft.com/office/drawing/2014/main" id="{0E8B377F-A3AD-B29B-F784-2087EDC39B5B}"/>
                </a:ext>
              </a:extLst>
            </p:cNvPr>
            <p:cNvSpPr/>
            <p:nvPr/>
          </p:nvSpPr>
          <p:spPr>
            <a:xfrm>
              <a:off x="3712572" y="2101215"/>
              <a:ext cx="891540" cy="857250"/>
            </a:xfrm>
            <a:prstGeom prst="roundRect">
              <a:avLst/>
            </a:prstGeom>
            <a:solidFill>
              <a:schemeClr val="accent4">
                <a:lumMod val="60000"/>
                <a:lumOff val="4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12</a:t>
              </a:r>
            </a:p>
          </p:txBody>
        </p:sp>
        <p:sp>
          <p:nvSpPr>
            <p:cNvPr id="16" name="Rounded Rectangle 15">
              <a:extLst>
                <a:ext uri="{FF2B5EF4-FFF2-40B4-BE49-F238E27FC236}">
                  <a16:creationId xmlns:a16="http://schemas.microsoft.com/office/drawing/2014/main" id="{10FEEE07-1F69-E26B-0DB9-7C463D49F1AE}"/>
                </a:ext>
              </a:extLst>
            </p:cNvPr>
            <p:cNvSpPr/>
            <p:nvPr/>
          </p:nvSpPr>
          <p:spPr>
            <a:xfrm>
              <a:off x="5014503" y="2101215"/>
              <a:ext cx="891540" cy="857250"/>
            </a:xfrm>
            <a:prstGeom prst="roundRect">
              <a:avLst/>
            </a:prstGeom>
            <a:solidFill>
              <a:schemeClr val="accent4">
                <a:lumMod val="60000"/>
                <a:lumOff val="4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12</a:t>
              </a:r>
            </a:p>
          </p:txBody>
        </p:sp>
        <p:sp>
          <p:nvSpPr>
            <p:cNvPr id="17" name="Rounded Rectangle 16">
              <a:extLst>
                <a:ext uri="{FF2B5EF4-FFF2-40B4-BE49-F238E27FC236}">
                  <a16:creationId xmlns:a16="http://schemas.microsoft.com/office/drawing/2014/main" id="{BEA1973E-AFFC-E963-A711-2E89A28D3254}"/>
                </a:ext>
              </a:extLst>
            </p:cNvPr>
            <p:cNvSpPr/>
            <p:nvPr/>
          </p:nvSpPr>
          <p:spPr>
            <a:xfrm>
              <a:off x="6316434" y="2101215"/>
              <a:ext cx="891540" cy="857250"/>
            </a:xfrm>
            <a:prstGeom prst="roundRect">
              <a:avLst/>
            </a:prstGeom>
            <a:solidFill>
              <a:schemeClr val="accent4">
                <a:lumMod val="60000"/>
                <a:lumOff val="4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13</a:t>
              </a:r>
            </a:p>
          </p:txBody>
        </p:sp>
        <p:sp>
          <p:nvSpPr>
            <p:cNvPr id="18" name="Rounded Rectangle 17">
              <a:extLst>
                <a:ext uri="{FF2B5EF4-FFF2-40B4-BE49-F238E27FC236}">
                  <a16:creationId xmlns:a16="http://schemas.microsoft.com/office/drawing/2014/main" id="{94623AEB-F7A3-B19C-FC8D-0F0F3E669C56}"/>
                </a:ext>
              </a:extLst>
            </p:cNvPr>
            <p:cNvSpPr/>
            <p:nvPr/>
          </p:nvSpPr>
          <p:spPr>
            <a:xfrm>
              <a:off x="7618365" y="2101215"/>
              <a:ext cx="891540" cy="857250"/>
            </a:xfrm>
            <a:prstGeom prst="roundRect">
              <a:avLst/>
            </a:prstGeom>
            <a:solidFill>
              <a:schemeClr val="accent4">
                <a:lumMod val="60000"/>
                <a:lumOff val="4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18</a:t>
              </a:r>
            </a:p>
          </p:txBody>
        </p:sp>
        <p:sp>
          <p:nvSpPr>
            <p:cNvPr id="19" name="Rounded Rectangle 18">
              <a:extLst>
                <a:ext uri="{FF2B5EF4-FFF2-40B4-BE49-F238E27FC236}">
                  <a16:creationId xmlns:a16="http://schemas.microsoft.com/office/drawing/2014/main" id="{8ACB0C5B-08BF-511B-5D01-E6847CA59562}"/>
                </a:ext>
              </a:extLst>
            </p:cNvPr>
            <p:cNvSpPr/>
            <p:nvPr/>
          </p:nvSpPr>
          <p:spPr>
            <a:xfrm>
              <a:off x="8920296" y="2101215"/>
              <a:ext cx="891540" cy="857250"/>
            </a:xfrm>
            <a:prstGeom prst="roundRect">
              <a:avLst/>
            </a:prstGeom>
            <a:solidFill>
              <a:schemeClr val="accent4">
                <a:lumMod val="60000"/>
                <a:lumOff val="4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19</a:t>
              </a:r>
            </a:p>
          </p:txBody>
        </p:sp>
        <p:sp>
          <p:nvSpPr>
            <p:cNvPr id="20" name="Rounded Rectangle 19">
              <a:extLst>
                <a:ext uri="{FF2B5EF4-FFF2-40B4-BE49-F238E27FC236}">
                  <a16:creationId xmlns:a16="http://schemas.microsoft.com/office/drawing/2014/main" id="{E89D9B6C-F7AE-5131-A2D1-24C1A54079A6}"/>
                </a:ext>
              </a:extLst>
            </p:cNvPr>
            <p:cNvSpPr/>
            <p:nvPr/>
          </p:nvSpPr>
          <p:spPr>
            <a:xfrm>
              <a:off x="10222230" y="2101215"/>
              <a:ext cx="891540" cy="857250"/>
            </a:xfrm>
            <a:prstGeom prst="roundRect">
              <a:avLst/>
            </a:prstGeom>
            <a:solidFill>
              <a:schemeClr val="accent4">
                <a:lumMod val="60000"/>
                <a:lumOff val="4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19</a:t>
              </a:r>
            </a:p>
          </p:txBody>
        </p:sp>
        <p:sp>
          <p:nvSpPr>
            <p:cNvPr id="21" name="Rounded Rectangle 20">
              <a:extLst>
                <a:ext uri="{FF2B5EF4-FFF2-40B4-BE49-F238E27FC236}">
                  <a16:creationId xmlns:a16="http://schemas.microsoft.com/office/drawing/2014/main" id="{254FF4CC-3035-7F7A-F836-80A042F4466D}"/>
                </a:ext>
              </a:extLst>
            </p:cNvPr>
            <p:cNvSpPr/>
            <p:nvPr/>
          </p:nvSpPr>
          <p:spPr>
            <a:xfrm>
              <a:off x="1108710"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20</a:t>
              </a:r>
            </a:p>
          </p:txBody>
        </p:sp>
        <p:sp>
          <p:nvSpPr>
            <p:cNvPr id="22" name="Rounded Rectangle 21">
              <a:extLst>
                <a:ext uri="{FF2B5EF4-FFF2-40B4-BE49-F238E27FC236}">
                  <a16:creationId xmlns:a16="http://schemas.microsoft.com/office/drawing/2014/main" id="{B8E20B85-5502-6E58-279A-D53203F09CC3}"/>
                </a:ext>
              </a:extLst>
            </p:cNvPr>
            <p:cNvSpPr/>
            <p:nvPr/>
          </p:nvSpPr>
          <p:spPr>
            <a:xfrm>
              <a:off x="2410641"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21</a:t>
              </a:r>
            </a:p>
          </p:txBody>
        </p:sp>
        <p:sp>
          <p:nvSpPr>
            <p:cNvPr id="23" name="Rounded Rectangle 22">
              <a:extLst>
                <a:ext uri="{FF2B5EF4-FFF2-40B4-BE49-F238E27FC236}">
                  <a16:creationId xmlns:a16="http://schemas.microsoft.com/office/drawing/2014/main" id="{42076DB6-CC1C-ADFF-4DDF-F99EB1594D51}"/>
                </a:ext>
              </a:extLst>
            </p:cNvPr>
            <p:cNvSpPr/>
            <p:nvPr/>
          </p:nvSpPr>
          <p:spPr>
            <a:xfrm>
              <a:off x="3712572"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21</a:t>
              </a:r>
            </a:p>
          </p:txBody>
        </p:sp>
        <p:sp>
          <p:nvSpPr>
            <p:cNvPr id="24" name="Rounded Rectangle 23">
              <a:extLst>
                <a:ext uri="{FF2B5EF4-FFF2-40B4-BE49-F238E27FC236}">
                  <a16:creationId xmlns:a16="http://schemas.microsoft.com/office/drawing/2014/main" id="{0F100C55-A6A1-5AA2-8DFB-C3C34D0A19BE}"/>
                </a:ext>
              </a:extLst>
            </p:cNvPr>
            <p:cNvSpPr/>
            <p:nvPr/>
          </p:nvSpPr>
          <p:spPr>
            <a:xfrm>
              <a:off x="5014503"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23</a:t>
              </a:r>
            </a:p>
          </p:txBody>
        </p:sp>
        <p:sp>
          <p:nvSpPr>
            <p:cNvPr id="25" name="Rounded Rectangle 24">
              <a:extLst>
                <a:ext uri="{FF2B5EF4-FFF2-40B4-BE49-F238E27FC236}">
                  <a16:creationId xmlns:a16="http://schemas.microsoft.com/office/drawing/2014/main" id="{B8155151-3459-0E33-C459-8A4B14B52688}"/>
                </a:ext>
              </a:extLst>
            </p:cNvPr>
            <p:cNvSpPr/>
            <p:nvPr/>
          </p:nvSpPr>
          <p:spPr>
            <a:xfrm>
              <a:off x="6316434"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23</a:t>
              </a:r>
            </a:p>
          </p:txBody>
        </p:sp>
        <p:sp>
          <p:nvSpPr>
            <p:cNvPr id="26" name="Rounded Rectangle 25">
              <a:extLst>
                <a:ext uri="{FF2B5EF4-FFF2-40B4-BE49-F238E27FC236}">
                  <a16:creationId xmlns:a16="http://schemas.microsoft.com/office/drawing/2014/main" id="{BA28221F-6BC7-1B73-A906-B3094F2E600C}"/>
                </a:ext>
              </a:extLst>
            </p:cNvPr>
            <p:cNvSpPr/>
            <p:nvPr/>
          </p:nvSpPr>
          <p:spPr>
            <a:xfrm>
              <a:off x="7618365"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25</a:t>
              </a:r>
            </a:p>
          </p:txBody>
        </p:sp>
        <p:sp>
          <p:nvSpPr>
            <p:cNvPr id="27" name="Rounded Rectangle 26">
              <a:extLst>
                <a:ext uri="{FF2B5EF4-FFF2-40B4-BE49-F238E27FC236}">
                  <a16:creationId xmlns:a16="http://schemas.microsoft.com/office/drawing/2014/main" id="{DFED0306-1D59-6CC8-3C3D-1CB527098CA1}"/>
                </a:ext>
              </a:extLst>
            </p:cNvPr>
            <p:cNvSpPr/>
            <p:nvPr/>
          </p:nvSpPr>
          <p:spPr>
            <a:xfrm>
              <a:off x="8920296" y="3396615"/>
              <a:ext cx="891540" cy="857250"/>
            </a:xfrm>
            <a:prstGeom prst="roundRect">
              <a:avLst/>
            </a:prstGeom>
            <a:solidFill>
              <a:schemeClr val="bg2">
                <a:lumMod val="9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31</a:t>
              </a:r>
            </a:p>
          </p:txBody>
        </p:sp>
        <p:sp>
          <p:nvSpPr>
            <p:cNvPr id="28" name="Rounded Rectangle 27">
              <a:extLst>
                <a:ext uri="{FF2B5EF4-FFF2-40B4-BE49-F238E27FC236}">
                  <a16:creationId xmlns:a16="http://schemas.microsoft.com/office/drawing/2014/main" id="{A4B01201-24A0-4BBA-EBDD-ECBE8A98B9A9}"/>
                </a:ext>
              </a:extLst>
            </p:cNvPr>
            <p:cNvSpPr/>
            <p:nvPr/>
          </p:nvSpPr>
          <p:spPr>
            <a:xfrm>
              <a:off x="10222230" y="3396615"/>
              <a:ext cx="891540" cy="857250"/>
            </a:xfrm>
            <a:prstGeom prst="roundRect">
              <a:avLst/>
            </a:prstGeom>
            <a:solidFill>
              <a:schemeClr val="bg2">
                <a:lumMod val="9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32</a:t>
              </a:r>
            </a:p>
          </p:txBody>
        </p:sp>
        <p:sp>
          <p:nvSpPr>
            <p:cNvPr id="29" name="Rounded Rectangle 28">
              <a:extLst>
                <a:ext uri="{FF2B5EF4-FFF2-40B4-BE49-F238E27FC236}">
                  <a16:creationId xmlns:a16="http://schemas.microsoft.com/office/drawing/2014/main" id="{111B64A0-FBB8-E2A5-7F14-DEAB9FA0E91E}"/>
                </a:ext>
              </a:extLst>
            </p:cNvPr>
            <p:cNvSpPr/>
            <p:nvPr/>
          </p:nvSpPr>
          <p:spPr>
            <a:xfrm>
              <a:off x="1108710" y="4692015"/>
              <a:ext cx="891540" cy="857250"/>
            </a:xfrm>
            <a:prstGeom prst="roundRect">
              <a:avLst/>
            </a:prstGeom>
            <a:solidFill>
              <a:schemeClr val="bg2">
                <a:lumMod val="9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32</a:t>
              </a:r>
            </a:p>
          </p:txBody>
        </p:sp>
        <p:sp>
          <p:nvSpPr>
            <p:cNvPr id="30" name="Rounded Rectangle 29">
              <a:extLst>
                <a:ext uri="{FF2B5EF4-FFF2-40B4-BE49-F238E27FC236}">
                  <a16:creationId xmlns:a16="http://schemas.microsoft.com/office/drawing/2014/main" id="{57253C4F-309E-E4E5-9AB6-1099C5E1B734}"/>
                </a:ext>
              </a:extLst>
            </p:cNvPr>
            <p:cNvSpPr/>
            <p:nvPr/>
          </p:nvSpPr>
          <p:spPr>
            <a:xfrm>
              <a:off x="2410641" y="4692015"/>
              <a:ext cx="891540" cy="857250"/>
            </a:xfrm>
            <a:prstGeom prst="roundRect">
              <a:avLst/>
            </a:prstGeom>
            <a:solidFill>
              <a:schemeClr val="bg2">
                <a:lumMod val="9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33</a:t>
              </a:r>
            </a:p>
          </p:txBody>
        </p:sp>
        <p:sp>
          <p:nvSpPr>
            <p:cNvPr id="31" name="Rounded Rectangle 30">
              <a:extLst>
                <a:ext uri="{FF2B5EF4-FFF2-40B4-BE49-F238E27FC236}">
                  <a16:creationId xmlns:a16="http://schemas.microsoft.com/office/drawing/2014/main" id="{C67B407A-2651-029E-116A-DEFD0553DC1F}"/>
                </a:ext>
              </a:extLst>
            </p:cNvPr>
            <p:cNvSpPr/>
            <p:nvPr/>
          </p:nvSpPr>
          <p:spPr>
            <a:xfrm>
              <a:off x="3712572" y="4692015"/>
              <a:ext cx="891540" cy="857250"/>
            </a:xfrm>
            <a:prstGeom prst="roundRect">
              <a:avLst/>
            </a:prstGeom>
            <a:solidFill>
              <a:schemeClr val="bg2">
                <a:lumMod val="9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33</a:t>
              </a:r>
            </a:p>
          </p:txBody>
        </p:sp>
        <p:sp>
          <p:nvSpPr>
            <p:cNvPr id="32" name="Rounded Rectangle 31">
              <a:extLst>
                <a:ext uri="{FF2B5EF4-FFF2-40B4-BE49-F238E27FC236}">
                  <a16:creationId xmlns:a16="http://schemas.microsoft.com/office/drawing/2014/main" id="{EE5113AE-6289-1BF8-356A-B532253BE51A}"/>
                </a:ext>
              </a:extLst>
            </p:cNvPr>
            <p:cNvSpPr/>
            <p:nvPr/>
          </p:nvSpPr>
          <p:spPr>
            <a:xfrm>
              <a:off x="5014503" y="4692015"/>
              <a:ext cx="891540" cy="857250"/>
            </a:xfrm>
            <a:prstGeom prst="roundRect">
              <a:avLst/>
            </a:prstGeom>
            <a:solidFill>
              <a:schemeClr val="accent2"/>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41</a:t>
              </a:r>
            </a:p>
          </p:txBody>
        </p:sp>
        <p:sp>
          <p:nvSpPr>
            <p:cNvPr id="33" name="Rounded Rectangle 32">
              <a:extLst>
                <a:ext uri="{FF2B5EF4-FFF2-40B4-BE49-F238E27FC236}">
                  <a16:creationId xmlns:a16="http://schemas.microsoft.com/office/drawing/2014/main" id="{EA76D037-D9A2-6DB3-66D4-E8AD5B88A10F}"/>
                </a:ext>
              </a:extLst>
            </p:cNvPr>
            <p:cNvSpPr/>
            <p:nvPr/>
          </p:nvSpPr>
          <p:spPr>
            <a:xfrm>
              <a:off x="6316434" y="4692015"/>
              <a:ext cx="891540" cy="857250"/>
            </a:xfrm>
            <a:prstGeom prst="roundRect">
              <a:avLst/>
            </a:prstGeom>
            <a:solidFill>
              <a:schemeClr val="tx1"/>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22225">
                    <a:solidFill>
                      <a:schemeClr val="accent2"/>
                    </a:solidFill>
                    <a:prstDash val="solid"/>
                  </a:ln>
                  <a:solidFill>
                    <a:schemeClr val="accent2">
                      <a:lumMod val="40000"/>
                      <a:lumOff val="60000"/>
                    </a:schemeClr>
                  </a:solidFill>
                </a:rPr>
                <a:t>52</a:t>
              </a:r>
            </a:p>
          </p:txBody>
        </p:sp>
        <p:cxnSp>
          <p:nvCxnSpPr>
            <p:cNvPr id="38" name="Straight Connector 37">
              <a:extLst>
                <a:ext uri="{FF2B5EF4-FFF2-40B4-BE49-F238E27FC236}">
                  <a16:creationId xmlns:a16="http://schemas.microsoft.com/office/drawing/2014/main" id="{C01AF9BD-7D69-21F6-5D6B-105EEEE1127D}"/>
                </a:ext>
              </a:extLst>
            </p:cNvPr>
            <p:cNvCxnSpPr/>
            <p:nvPr/>
          </p:nvCxnSpPr>
          <p:spPr>
            <a:xfrm>
              <a:off x="7520940" y="5097780"/>
              <a:ext cx="3592830" cy="0"/>
            </a:xfrm>
            <a:prstGeom prst="line">
              <a:avLst/>
            </a:prstGeom>
            <a:ln>
              <a:solidFill>
                <a:schemeClr val="bg1"/>
              </a:solidFill>
              <a:prstDash val="dash"/>
            </a:ln>
          </p:spPr>
          <p:style>
            <a:lnRef idx="2">
              <a:schemeClr val="accent1"/>
            </a:lnRef>
            <a:fillRef idx="0">
              <a:schemeClr val="accent1"/>
            </a:fillRef>
            <a:effectRef idx="1">
              <a:schemeClr val="accent1"/>
            </a:effectRef>
            <a:fontRef idx="minor">
              <a:schemeClr val="tx1"/>
            </a:fontRef>
          </p:style>
        </p:cxnSp>
      </p:grpSp>
      <p:sp>
        <p:nvSpPr>
          <p:cNvPr id="4" name="TextBox 3">
            <a:extLst>
              <a:ext uri="{FF2B5EF4-FFF2-40B4-BE49-F238E27FC236}">
                <a16:creationId xmlns:a16="http://schemas.microsoft.com/office/drawing/2014/main" id="{92EA587F-2D18-2C35-D4BE-8AE131CB693C}"/>
              </a:ext>
            </a:extLst>
          </p:cNvPr>
          <p:cNvSpPr txBox="1"/>
          <p:nvPr/>
        </p:nvSpPr>
        <p:spPr>
          <a:xfrm>
            <a:off x="7747143" y="5572364"/>
            <a:ext cx="3366627" cy="369332"/>
          </a:xfrm>
          <a:prstGeom prst="rect">
            <a:avLst/>
          </a:prstGeom>
          <a:noFill/>
        </p:spPr>
        <p:txBody>
          <a:bodyPr wrap="none" rtlCol="0">
            <a:spAutoFit/>
          </a:bodyPr>
          <a:lstStyle/>
          <a:p>
            <a:r>
              <a:rPr lang="en-US" sz="1800" dirty="0">
                <a:solidFill>
                  <a:srgbClr val="FFC000"/>
                </a:solidFill>
              </a:rPr>
              <a:t>BUCKETIZATION: Bucket Search</a:t>
            </a:r>
            <a:endParaRPr lang="en-US" dirty="0"/>
          </a:p>
        </p:txBody>
      </p:sp>
      <p:sp>
        <p:nvSpPr>
          <p:cNvPr id="34" name="TextBox 33">
            <a:extLst>
              <a:ext uri="{FF2B5EF4-FFF2-40B4-BE49-F238E27FC236}">
                <a16:creationId xmlns:a16="http://schemas.microsoft.com/office/drawing/2014/main" id="{1111D9D3-5748-08B4-7DD6-A5391F1516FD}"/>
              </a:ext>
            </a:extLst>
          </p:cNvPr>
          <p:cNvSpPr txBox="1"/>
          <p:nvPr/>
        </p:nvSpPr>
        <p:spPr>
          <a:xfrm>
            <a:off x="7747143" y="5941696"/>
            <a:ext cx="2071849" cy="369332"/>
          </a:xfrm>
          <a:prstGeom prst="rect">
            <a:avLst/>
          </a:prstGeom>
          <a:noFill/>
        </p:spPr>
        <p:txBody>
          <a:bodyPr wrap="none" rtlCol="0">
            <a:spAutoFit/>
          </a:bodyPr>
          <a:lstStyle/>
          <a:p>
            <a:r>
              <a:rPr lang="en-US" sz="1800" dirty="0">
                <a:solidFill>
                  <a:srgbClr val="FFC000"/>
                </a:solidFill>
              </a:rPr>
              <a:t>COMPLEXITY?????</a:t>
            </a:r>
            <a:endParaRPr lang="en-US" dirty="0"/>
          </a:p>
        </p:txBody>
      </p:sp>
    </p:spTree>
    <p:extLst>
      <p:ext uri="{BB962C8B-B14F-4D97-AF65-F5344CB8AC3E}">
        <p14:creationId xmlns:p14="http://schemas.microsoft.com/office/powerpoint/2010/main" val="369584332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D69EC891-DDFB-AAFB-91A4-3A0EE1396E7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FF2C014-C4B7-6EB6-3641-79AADE796AF0}"/>
              </a:ext>
            </a:extLst>
          </p:cNvPr>
          <p:cNvSpPr txBox="1"/>
          <p:nvPr/>
        </p:nvSpPr>
        <p:spPr>
          <a:xfrm>
            <a:off x="2953184" y="3013501"/>
            <a:ext cx="6285631" cy="830997"/>
          </a:xfrm>
          <a:prstGeom prst="rect">
            <a:avLst/>
          </a:prstGeom>
          <a:noFill/>
        </p:spPr>
        <p:txBody>
          <a:bodyPr wrap="none" rtlCol="0">
            <a:spAutoFit/>
          </a:bodyPr>
          <a:lstStyle/>
          <a:p>
            <a:pPr algn="ctr"/>
            <a:r>
              <a:rPr lang="en-US" sz="2400" dirty="0">
                <a:solidFill>
                  <a:srgbClr val="FFC000"/>
                </a:solidFill>
              </a:rPr>
              <a:t>Linear Search is not efficient. </a:t>
            </a:r>
          </a:p>
          <a:p>
            <a:pPr algn="ctr"/>
            <a:r>
              <a:rPr lang="en-US" sz="2400" dirty="0">
                <a:solidFill>
                  <a:srgbClr val="FFC000"/>
                </a:solidFill>
              </a:rPr>
              <a:t>You need to visit every elements in worst case.</a:t>
            </a:r>
            <a:endParaRPr lang="en-US" sz="2400" dirty="0"/>
          </a:p>
        </p:txBody>
      </p:sp>
    </p:spTree>
    <p:extLst>
      <p:ext uri="{BB962C8B-B14F-4D97-AF65-F5344CB8AC3E}">
        <p14:creationId xmlns:p14="http://schemas.microsoft.com/office/powerpoint/2010/main" val="31646586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D537BC51-9F61-BB98-524A-EB1D8CF6774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D8119CE-8103-6BC9-6716-66F42D035618}"/>
              </a:ext>
            </a:extLst>
          </p:cNvPr>
          <p:cNvSpPr txBox="1"/>
          <p:nvPr/>
        </p:nvSpPr>
        <p:spPr>
          <a:xfrm>
            <a:off x="2938340" y="3198167"/>
            <a:ext cx="6315320" cy="461665"/>
          </a:xfrm>
          <a:prstGeom prst="rect">
            <a:avLst/>
          </a:prstGeom>
          <a:noFill/>
        </p:spPr>
        <p:txBody>
          <a:bodyPr wrap="none" rtlCol="0">
            <a:spAutoFit/>
          </a:bodyPr>
          <a:lstStyle/>
          <a:p>
            <a:pPr algn="ctr"/>
            <a:r>
              <a:rPr lang="en-US" sz="2400" dirty="0">
                <a:solidFill>
                  <a:srgbClr val="FFC000"/>
                </a:solidFill>
              </a:rPr>
              <a:t>Can we use our divide and conquer approach?</a:t>
            </a:r>
            <a:endParaRPr lang="en-US" sz="2400" dirty="0"/>
          </a:p>
        </p:txBody>
      </p:sp>
    </p:spTree>
    <p:extLst>
      <p:ext uri="{BB962C8B-B14F-4D97-AF65-F5344CB8AC3E}">
        <p14:creationId xmlns:p14="http://schemas.microsoft.com/office/powerpoint/2010/main" val="38714246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96AE70F9-2A52-1B6F-A84A-24DF01F23BAE}"/>
            </a:ext>
          </a:extLst>
        </p:cNvPr>
        <p:cNvGrpSpPr/>
        <p:nvPr/>
      </p:nvGrpSpPr>
      <p:grpSpPr>
        <a:xfrm>
          <a:off x="0" y="0"/>
          <a:ext cx="0" cy="0"/>
          <a:chOff x="0" y="0"/>
          <a:chExt cx="0" cy="0"/>
        </a:xfrm>
      </p:grpSpPr>
      <p:pic>
        <p:nvPicPr>
          <p:cNvPr id="1026" name="Picture 2" descr="Algorithms: Binary Search. Hey ya'll…still breaking my brain with… | by  Dolly Desir | Medium">
            <a:extLst>
              <a:ext uri="{FF2B5EF4-FFF2-40B4-BE49-F238E27FC236}">
                <a16:creationId xmlns:a16="http://schemas.microsoft.com/office/drawing/2014/main" id="{B05F8441-AE5F-E00E-3EAE-7A3D724980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4480" y="179308"/>
            <a:ext cx="6543040" cy="630936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21338F8-D158-912A-800A-BD49B3E608A4}"/>
              </a:ext>
            </a:extLst>
          </p:cNvPr>
          <p:cNvSpPr txBox="1"/>
          <p:nvPr/>
        </p:nvSpPr>
        <p:spPr>
          <a:xfrm>
            <a:off x="8480674" y="6427946"/>
            <a:ext cx="514885" cy="369332"/>
          </a:xfrm>
          <a:prstGeom prst="rect">
            <a:avLst/>
          </a:prstGeom>
          <a:noFill/>
        </p:spPr>
        <p:txBody>
          <a:bodyPr wrap="none" rtlCol="0">
            <a:spAutoFit/>
          </a:bodyPr>
          <a:lstStyle/>
          <a:p>
            <a:r>
              <a:rPr lang="en-US" dirty="0">
                <a:hlinkClick r:id="rId3"/>
              </a:rPr>
              <a:t>Ref</a:t>
            </a:r>
            <a:endParaRPr lang="en-US" dirty="0"/>
          </a:p>
        </p:txBody>
      </p:sp>
    </p:spTree>
    <p:extLst>
      <p:ext uri="{BB962C8B-B14F-4D97-AF65-F5344CB8AC3E}">
        <p14:creationId xmlns:p14="http://schemas.microsoft.com/office/powerpoint/2010/main" val="7859352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92F029E3-5E5B-F54C-BAF0-E0296BFF954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BB9E14D-F047-8FFD-6A00-8FF5D52D28F3}"/>
              </a:ext>
            </a:extLst>
          </p:cNvPr>
          <p:cNvSpPr txBox="1"/>
          <p:nvPr/>
        </p:nvSpPr>
        <p:spPr>
          <a:xfrm>
            <a:off x="8480674" y="6427946"/>
            <a:ext cx="514885" cy="369332"/>
          </a:xfrm>
          <a:prstGeom prst="rect">
            <a:avLst/>
          </a:prstGeom>
          <a:noFill/>
        </p:spPr>
        <p:txBody>
          <a:bodyPr wrap="none" rtlCol="0">
            <a:spAutoFit/>
          </a:bodyPr>
          <a:lstStyle/>
          <a:p>
            <a:r>
              <a:rPr lang="en-US" dirty="0">
                <a:hlinkClick r:id="rId2"/>
              </a:rPr>
              <a:t>Ref</a:t>
            </a:r>
            <a:endParaRPr lang="en-US" dirty="0"/>
          </a:p>
        </p:txBody>
      </p:sp>
      <p:sp>
        <p:nvSpPr>
          <p:cNvPr id="3" name="Rounded Rectangle 2">
            <a:extLst>
              <a:ext uri="{FF2B5EF4-FFF2-40B4-BE49-F238E27FC236}">
                <a16:creationId xmlns:a16="http://schemas.microsoft.com/office/drawing/2014/main" id="{AC54979B-AA0B-D363-1D38-86BA6FE67389}"/>
              </a:ext>
            </a:extLst>
          </p:cNvPr>
          <p:cNvSpPr/>
          <p:nvPr/>
        </p:nvSpPr>
        <p:spPr>
          <a:xfrm>
            <a:off x="6094478" y="441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a:t>
            </a:r>
          </a:p>
        </p:txBody>
      </p:sp>
      <p:sp>
        <p:nvSpPr>
          <p:cNvPr id="4" name="Rounded Rectangle 3">
            <a:extLst>
              <a:ext uri="{FF2B5EF4-FFF2-40B4-BE49-F238E27FC236}">
                <a16:creationId xmlns:a16="http://schemas.microsoft.com/office/drawing/2014/main" id="{BBC755C2-CE9B-23A0-DF4E-A2932ADD5197}"/>
              </a:ext>
            </a:extLst>
          </p:cNvPr>
          <p:cNvSpPr/>
          <p:nvPr/>
        </p:nvSpPr>
        <p:spPr>
          <a:xfrm>
            <a:off x="4515612" y="1203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a:t>
            </a:r>
          </a:p>
        </p:txBody>
      </p:sp>
      <p:sp>
        <p:nvSpPr>
          <p:cNvPr id="6" name="Rounded Rectangle 5">
            <a:extLst>
              <a:ext uri="{FF2B5EF4-FFF2-40B4-BE49-F238E27FC236}">
                <a16:creationId xmlns:a16="http://schemas.microsoft.com/office/drawing/2014/main" id="{94FD5DA4-8B6B-DDB4-D2E0-2891F353D5AE}"/>
              </a:ext>
            </a:extLst>
          </p:cNvPr>
          <p:cNvSpPr/>
          <p:nvPr/>
        </p:nvSpPr>
        <p:spPr>
          <a:xfrm>
            <a:off x="7674866" y="1203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a:t>
            </a:r>
          </a:p>
        </p:txBody>
      </p:sp>
      <p:sp>
        <p:nvSpPr>
          <p:cNvPr id="7" name="Rounded Rectangle 6">
            <a:extLst>
              <a:ext uri="{FF2B5EF4-FFF2-40B4-BE49-F238E27FC236}">
                <a16:creationId xmlns:a16="http://schemas.microsoft.com/office/drawing/2014/main" id="{05A46014-1044-023D-DE4A-527FC8B94775}"/>
              </a:ext>
            </a:extLst>
          </p:cNvPr>
          <p:cNvSpPr/>
          <p:nvPr/>
        </p:nvSpPr>
        <p:spPr>
          <a:xfrm>
            <a:off x="3640073"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8" name="Rounded Rectangle 7">
            <a:extLst>
              <a:ext uri="{FF2B5EF4-FFF2-40B4-BE49-F238E27FC236}">
                <a16:creationId xmlns:a16="http://schemas.microsoft.com/office/drawing/2014/main" id="{DC55FECA-7E57-5575-260B-D070EFE5A7D8}"/>
              </a:ext>
            </a:extLst>
          </p:cNvPr>
          <p:cNvSpPr/>
          <p:nvPr/>
        </p:nvSpPr>
        <p:spPr>
          <a:xfrm>
            <a:off x="5219700"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9" name="Rounded Rectangle 8">
            <a:extLst>
              <a:ext uri="{FF2B5EF4-FFF2-40B4-BE49-F238E27FC236}">
                <a16:creationId xmlns:a16="http://schemas.microsoft.com/office/drawing/2014/main" id="{5183AD0A-BD04-B836-475E-990C4A38C978}"/>
              </a:ext>
            </a:extLst>
          </p:cNvPr>
          <p:cNvSpPr/>
          <p:nvPr/>
        </p:nvSpPr>
        <p:spPr>
          <a:xfrm>
            <a:off x="6970778"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0" name="Rounded Rectangle 9">
            <a:extLst>
              <a:ext uri="{FF2B5EF4-FFF2-40B4-BE49-F238E27FC236}">
                <a16:creationId xmlns:a16="http://schemas.microsoft.com/office/drawing/2014/main" id="{0A78B959-B2EF-5935-328A-26EB3AD68854}"/>
              </a:ext>
            </a:extLst>
          </p:cNvPr>
          <p:cNvSpPr/>
          <p:nvPr/>
        </p:nvSpPr>
        <p:spPr>
          <a:xfrm>
            <a:off x="8369812"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1" name="Rounded Rectangle 10">
            <a:extLst>
              <a:ext uri="{FF2B5EF4-FFF2-40B4-BE49-F238E27FC236}">
                <a16:creationId xmlns:a16="http://schemas.microsoft.com/office/drawing/2014/main" id="{29C2F332-EEA8-8B09-07B0-4450CA1E7988}"/>
              </a:ext>
            </a:extLst>
          </p:cNvPr>
          <p:cNvSpPr/>
          <p:nvPr/>
        </p:nvSpPr>
        <p:spPr>
          <a:xfrm>
            <a:off x="1042416" y="4233672"/>
            <a:ext cx="1536192"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N/2^height</a:t>
            </a:r>
          </a:p>
        </p:txBody>
      </p:sp>
      <p:cxnSp>
        <p:nvCxnSpPr>
          <p:cNvPr id="12" name="Straight Arrow Connector 11">
            <a:extLst>
              <a:ext uri="{FF2B5EF4-FFF2-40B4-BE49-F238E27FC236}">
                <a16:creationId xmlns:a16="http://schemas.microsoft.com/office/drawing/2014/main" id="{A69C7324-095E-498E-ACBF-C62A2A31CD56}"/>
              </a:ext>
            </a:extLst>
          </p:cNvPr>
          <p:cNvCxnSpPr>
            <a:stCxn id="4" idx="2"/>
            <a:endCxn id="7" idx="0"/>
          </p:cNvCxnSpPr>
          <p:nvPr/>
        </p:nvCxnSpPr>
        <p:spPr>
          <a:xfrm flipH="1">
            <a:off x="3992117" y="1697736"/>
            <a:ext cx="875539"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3" name="Straight Arrow Connector 12">
            <a:extLst>
              <a:ext uri="{FF2B5EF4-FFF2-40B4-BE49-F238E27FC236}">
                <a16:creationId xmlns:a16="http://schemas.microsoft.com/office/drawing/2014/main" id="{B81952E9-D023-1B23-C88E-B13232D3D4A8}"/>
              </a:ext>
            </a:extLst>
          </p:cNvPr>
          <p:cNvCxnSpPr>
            <a:cxnSpLocks/>
            <a:stCxn id="4" idx="2"/>
            <a:endCxn id="8" idx="0"/>
          </p:cNvCxnSpPr>
          <p:nvPr/>
        </p:nvCxnSpPr>
        <p:spPr>
          <a:xfrm>
            <a:off x="4867656" y="1697736"/>
            <a:ext cx="704088"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4" name="Straight Arrow Connector 13">
            <a:extLst>
              <a:ext uri="{FF2B5EF4-FFF2-40B4-BE49-F238E27FC236}">
                <a16:creationId xmlns:a16="http://schemas.microsoft.com/office/drawing/2014/main" id="{5D04FB08-17DC-2314-E444-8C3E22E4F13B}"/>
              </a:ext>
            </a:extLst>
          </p:cNvPr>
          <p:cNvCxnSpPr>
            <a:cxnSpLocks/>
            <a:endCxn id="6" idx="0"/>
          </p:cNvCxnSpPr>
          <p:nvPr/>
        </p:nvCxnSpPr>
        <p:spPr>
          <a:xfrm>
            <a:off x="6448044" y="935736"/>
            <a:ext cx="1578866" cy="268224"/>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5" name="Straight Arrow Connector 14">
            <a:extLst>
              <a:ext uri="{FF2B5EF4-FFF2-40B4-BE49-F238E27FC236}">
                <a16:creationId xmlns:a16="http://schemas.microsoft.com/office/drawing/2014/main" id="{E2DE4B91-5AB4-2C7B-7089-86B4F3C27066}"/>
              </a:ext>
            </a:extLst>
          </p:cNvPr>
          <p:cNvCxnSpPr>
            <a:cxnSpLocks/>
          </p:cNvCxnSpPr>
          <p:nvPr/>
        </p:nvCxnSpPr>
        <p:spPr>
          <a:xfrm flipH="1">
            <a:off x="4867656" y="935736"/>
            <a:ext cx="1578866" cy="268224"/>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6" name="Straight Arrow Connector 15">
            <a:extLst>
              <a:ext uri="{FF2B5EF4-FFF2-40B4-BE49-F238E27FC236}">
                <a16:creationId xmlns:a16="http://schemas.microsoft.com/office/drawing/2014/main" id="{E2BCFDB5-36A2-D5DB-7226-E8079DD9DB6E}"/>
              </a:ext>
            </a:extLst>
          </p:cNvPr>
          <p:cNvCxnSpPr>
            <a:cxnSpLocks/>
          </p:cNvCxnSpPr>
          <p:nvPr/>
        </p:nvCxnSpPr>
        <p:spPr>
          <a:xfrm>
            <a:off x="8017768" y="1697736"/>
            <a:ext cx="704088"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7" name="Straight Arrow Connector 16">
            <a:extLst>
              <a:ext uri="{FF2B5EF4-FFF2-40B4-BE49-F238E27FC236}">
                <a16:creationId xmlns:a16="http://schemas.microsoft.com/office/drawing/2014/main" id="{D7354558-DCBA-A499-5D97-180947A8DC13}"/>
              </a:ext>
            </a:extLst>
          </p:cNvPr>
          <p:cNvCxnSpPr>
            <a:cxnSpLocks/>
            <a:endCxn id="9" idx="0"/>
          </p:cNvCxnSpPr>
          <p:nvPr/>
        </p:nvCxnSpPr>
        <p:spPr>
          <a:xfrm flipH="1">
            <a:off x="7322822" y="1697736"/>
            <a:ext cx="694946"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8" name="Straight Arrow Connector 17">
            <a:extLst>
              <a:ext uri="{FF2B5EF4-FFF2-40B4-BE49-F238E27FC236}">
                <a16:creationId xmlns:a16="http://schemas.microsoft.com/office/drawing/2014/main" id="{213D1542-F51F-CC52-C048-A492A8A336B8}"/>
              </a:ext>
            </a:extLst>
          </p:cNvPr>
          <p:cNvCxnSpPr>
            <a:cxnSpLocks/>
          </p:cNvCxnSpPr>
          <p:nvPr/>
        </p:nvCxnSpPr>
        <p:spPr>
          <a:xfrm flipH="1">
            <a:off x="1714119" y="3877056"/>
            <a:ext cx="389001" cy="33223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9" name="Straight Arrow Connector 18">
            <a:extLst>
              <a:ext uri="{FF2B5EF4-FFF2-40B4-BE49-F238E27FC236}">
                <a16:creationId xmlns:a16="http://schemas.microsoft.com/office/drawing/2014/main" id="{6970E1B2-C5C7-4C8F-099C-D14F706FA621}"/>
              </a:ext>
            </a:extLst>
          </p:cNvPr>
          <p:cNvCxnSpPr/>
          <p:nvPr/>
        </p:nvCxnSpPr>
        <p:spPr>
          <a:xfrm>
            <a:off x="10030968" y="1450848"/>
            <a:ext cx="0" cy="327660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20" name="TextBox 19">
            <a:extLst>
              <a:ext uri="{FF2B5EF4-FFF2-40B4-BE49-F238E27FC236}">
                <a16:creationId xmlns:a16="http://schemas.microsoft.com/office/drawing/2014/main" id="{BE6604CF-4274-70FA-0A57-36EBF933F8FA}"/>
              </a:ext>
            </a:extLst>
          </p:cNvPr>
          <p:cNvSpPr txBox="1"/>
          <p:nvPr/>
        </p:nvSpPr>
        <p:spPr>
          <a:xfrm>
            <a:off x="905256" y="5577840"/>
            <a:ext cx="7017627" cy="523220"/>
          </a:xfrm>
          <a:prstGeom prst="rect">
            <a:avLst/>
          </a:prstGeom>
          <a:noFill/>
        </p:spPr>
        <p:txBody>
          <a:bodyPr wrap="none" rtlCol="0">
            <a:spAutoFit/>
          </a:bodyPr>
          <a:lstStyle/>
          <a:p>
            <a:r>
              <a:rPr lang="en-US" sz="2800" dirty="0">
                <a:solidFill>
                  <a:schemeClr val="accent2"/>
                </a:solidFill>
              </a:rPr>
              <a:t>How tall this tree will grow? What is our </a:t>
            </a:r>
            <a:r>
              <a:rPr lang="en-US" sz="2800" dirty="0" err="1">
                <a:solidFill>
                  <a:schemeClr val="accent2"/>
                </a:solidFill>
              </a:rPr>
              <a:t>BigO</a:t>
            </a:r>
            <a:endParaRPr lang="en-US" sz="2800" dirty="0">
              <a:solidFill>
                <a:schemeClr val="accent2"/>
              </a:solidFill>
            </a:endParaRPr>
          </a:p>
        </p:txBody>
      </p:sp>
    </p:spTree>
    <p:extLst>
      <p:ext uri="{BB962C8B-B14F-4D97-AF65-F5344CB8AC3E}">
        <p14:creationId xmlns:p14="http://schemas.microsoft.com/office/powerpoint/2010/main" val="13949272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581FBB19-00B6-B781-64EC-850550C5C2A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E0F3C01-D150-A7E2-1325-9E0D8D30A06F}"/>
              </a:ext>
            </a:extLst>
          </p:cNvPr>
          <p:cNvSpPr txBox="1"/>
          <p:nvPr/>
        </p:nvSpPr>
        <p:spPr>
          <a:xfrm>
            <a:off x="8480674" y="6427946"/>
            <a:ext cx="514885" cy="369332"/>
          </a:xfrm>
          <a:prstGeom prst="rect">
            <a:avLst/>
          </a:prstGeom>
          <a:noFill/>
        </p:spPr>
        <p:txBody>
          <a:bodyPr wrap="none" rtlCol="0">
            <a:spAutoFit/>
          </a:bodyPr>
          <a:lstStyle/>
          <a:p>
            <a:r>
              <a:rPr lang="en-US" dirty="0">
                <a:hlinkClick r:id="rId2"/>
              </a:rPr>
              <a:t>Ref</a:t>
            </a:r>
            <a:endParaRPr lang="en-US" dirty="0"/>
          </a:p>
        </p:txBody>
      </p:sp>
      <p:sp>
        <p:nvSpPr>
          <p:cNvPr id="3" name="Rounded Rectangle 2">
            <a:extLst>
              <a:ext uri="{FF2B5EF4-FFF2-40B4-BE49-F238E27FC236}">
                <a16:creationId xmlns:a16="http://schemas.microsoft.com/office/drawing/2014/main" id="{80F9EAB1-C976-6898-0A87-28177A5A9FD6}"/>
              </a:ext>
            </a:extLst>
          </p:cNvPr>
          <p:cNvSpPr/>
          <p:nvPr/>
        </p:nvSpPr>
        <p:spPr>
          <a:xfrm>
            <a:off x="6094478" y="441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a:t>
            </a:r>
          </a:p>
        </p:txBody>
      </p:sp>
      <p:sp>
        <p:nvSpPr>
          <p:cNvPr id="4" name="Rounded Rectangle 3">
            <a:extLst>
              <a:ext uri="{FF2B5EF4-FFF2-40B4-BE49-F238E27FC236}">
                <a16:creationId xmlns:a16="http://schemas.microsoft.com/office/drawing/2014/main" id="{C071D64D-09EF-03C9-D5D8-D179D6088E80}"/>
              </a:ext>
            </a:extLst>
          </p:cNvPr>
          <p:cNvSpPr/>
          <p:nvPr/>
        </p:nvSpPr>
        <p:spPr>
          <a:xfrm>
            <a:off x="4515612" y="1203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a:t>
            </a:r>
          </a:p>
        </p:txBody>
      </p:sp>
      <p:sp>
        <p:nvSpPr>
          <p:cNvPr id="6" name="Rounded Rectangle 5">
            <a:extLst>
              <a:ext uri="{FF2B5EF4-FFF2-40B4-BE49-F238E27FC236}">
                <a16:creationId xmlns:a16="http://schemas.microsoft.com/office/drawing/2014/main" id="{3F8343A2-24F8-1846-54FA-33A185338251}"/>
              </a:ext>
            </a:extLst>
          </p:cNvPr>
          <p:cNvSpPr/>
          <p:nvPr/>
        </p:nvSpPr>
        <p:spPr>
          <a:xfrm>
            <a:off x="7674866" y="1203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a:t>
            </a:r>
          </a:p>
        </p:txBody>
      </p:sp>
      <p:sp>
        <p:nvSpPr>
          <p:cNvPr id="7" name="Rounded Rectangle 6">
            <a:extLst>
              <a:ext uri="{FF2B5EF4-FFF2-40B4-BE49-F238E27FC236}">
                <a16:creationId xmlns:a16="http://schemas.microsoft.com/office/drawing/2014/main" id="{0B0478E6-D792-C33E-1B4D-C9AD461151C7}"/>
              </a:ext>
            </a:extLst>
          </p:cNvPr>
          <p:cNvSpPr/>
          <p:nvPr/>
        </p:nvSpPr>
        <p:spPr>
          <a:xfrm>
            <a:off x="3640073"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8" name="Rounded Rectangle 7">
            <a:extLst>
              <a:ext uri="{FF2B5EF4-FFF2-40B4-BE49-F238E27FC236}">
                <a16:creationId xmlns:a16="http://schemas.microsoft.com/office/drawing/2014/main" id="{D460F629-E57F-CAD8-9909-C825D46F7C2F}"/>
              </a:ext>
            </a:extLst>
          </p:cNvPr>
          <p:cNvSpPr/>
          <p:nvPr/>
        </p:nvSpPr>
        <p:spPr>
          <a:xfrm>
            <a:off x="5219700"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9" name="Rounded Rectangle 8">
            <a:extLst>
              <a:ext uri="{FF2B5EF4-FFF2-40B4-BE49-F238E27FC236}">
                <a16:creationId xmlns:a16="http://schemas.microsoft.com/office/drawing/2014/main" id="{7BB0C008-A41C-3F0F-DC79-053CCD44FECB}"/>
              </a:ext>
            </a:extLst>
          </p:cNvPr>
          <p:cNvSpPr/>
          <p:nvPr/>
        </p:nvSpPr>
        <p:spPr>
          <a:xfrm>
            <a:off x="6970778"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0" name="Rounded Rectangle 9">
            <a:extLst>
              <a:ext uri="{FF2B5EF4-FFF2-40B4-BE49-F238E27FC236}">
                <a16:creationId xmlns:a16="http://schemas.microsoft.com/office/drawing/2014/main" id="{7C5C35E7-0C59-7610-2F0E-44BF4A7F5BCE}"/>
              </a:ext>
            </a:extLst>
          </p:cNvPr>
          <p:cNvSpPr/>
          <p:nvPr/>
        </p:nvSpPr>
        <p:spPr>
          <a:xfrm>
            <a:off x="8369812"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1" name="Rounded Rectangle 10">
            <a:extLst>
              <a:ext uri="{FF2B5EF4-FFF2-40B4-BE49-F238E27FC236}">
                <a16:creationId xmlns:a16="http://schemas.microsoft.com/office/drawing/2014/main" id="{642431DB-6BF9-A246-B062-2B84C0C32767}"/>
              </a:ext>
            </a:extLst>
          </p:cNvPr>
          <p:cNvSpPr/>
          <p:nvPr/>
        </p:nvSpPr>
        <p:spPr>
          <a:xfrm>
            <a:off x="1042416" y="4233672"/>
            <a:ext cx="1536192"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N/2^height</a:t>
            </a:r>
          </a:p>
        </p:txBody>
      </p:sp>
      <p:cxnSp>
        <p:nvCxnSpPr>
          <p:cNvPr id="12" name="Straight Arrow Connector 11">
            <a:extLst>
              <a:ext uri="{FF2B5EF4-FFF2-40B4-BE49-F238E27FC236}">
                <a16:creationId xmlns:a16="http://schemas.microsoft.com/office/drawing/2014/main" id="{03EDEBA3-95E8-5AF0-59A8-C30AEA099B08}"/>
              </a:ext>
            </a:extLst>
          </p:cNvPr>
          <p:cNvCxnSpPr>
            <a:stCxn id="4" idx="2"/>
            <a:endCxn id="7" idx="0"/>
          </p:cNvCxnSpPr>
          <p:nvPr/>
        </p:nvCxnSpPr>
        <p:spPr>
          <a:xfrm flipH="1">
            <a:off x="3992117" y="1697736"/>
            <a:ext cx="875539"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3" name="Straight Arrow Connector 12">
            <a:extLst>
              <a:ext uri="{FF2B5EF4-FFF2-40B4-BE49-F238E27FC236}">
                <a16:creationId xmlns:a16="http://schemas.microsoft.com/office/drawing/2014/main" id="{CBCFEAA8-8D86-42C1-74D6-20D5C71DDC4C}"/>
              </a:ext>
            </a:extLst>
          </p:cNvPr>
          <p:cNvCxnSpPr>
            <a:cxnSpLocks/>
            <a:stCxn id="4" idx="2"/>
            <a:endCxn id="8" idx="0"/>
          </p:cNvCxnSpPr>
          <p:nvPr/>
        </p:nvCxnSpPr>
        <p:spPr>
          <a:xfrm>
            <a:off x="4867656" y="1697736"/>
            <a:ext cx="704088"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4" name="Straight Arrow Connector 13">
            <a:extLst>
              <a:ext uri="{FF2B5EF4-FFF2-40B4-BE49-F238E27FC236}">
                <a16:creationId xmlns:a16="http://schemas.microsoft.com/office/drawing/2014/main" id="{05486EAD-6450-061F-2A89-15E069893AAC}"/>
              </a:ext>
            </a:extLst>
          </p:cNvPr>
          <p:cNvCxnSpPr>
            <a:cxnSpLocks/>
            <a:endCxn id="6" idx="0"/>
          </p:cNvCxnSpPr>
          <p:nvPr/>
        </p:nvCxnSpPr>
        <p:spPr>
          <a:xfrm>
            <a:off x="6448044" y="935736"/>
            <a:ext cx="1578866" cy="268224"/>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5" name="Straight Arrow Connector 14">
            <a:extLst>
              <a:ext uri="{FF2B5EF4-FFF2-40B4-BE49-F238E27FC236}">
                <a16:creationId xmlns:a16="http://schemas.microsoft.com/office/drawing/2014/main" id="{F1DD72CD-CBBF-4262-E4BD-2CCE0FFCE7A1}"/>
              </a:ext>
            </a:extLst>
          </p:cNvPr>
          <p:cNvCxnSpPr>
            <a:cxnSpLocks/>
          </p:cNvCxnSpPr>
          <p:nvPr/>
        </p:nvCxnSpPr>
        <p:spPr>
          <a:xfrm flipH="1">
            <a:off x="4867656" y="935736"/>
            <a:ext cx="1578866" cy="268224"/>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6" name="Straight Arrow Connector 15">
            <a:extLst>
              <a:ext uri="{FF2B5EF4-FFF2-40B4-BE49-F238E27FC236}">
                <a16:creationId xmlns:a16="http://schemas.microsoft.com/office/drawing/2014/main" id="{695A3F21-782F-DB62-5FB3-551779153166}"/>
              </a:ext>
            </a:extLst>
          </p:cNvPr>
          <p:cNvCxnSpPr>
            <a:cxnSpLocks/>
          </p:cNvCxnSpPr>
          <p:nvPr/>
        </p:nvCxnSpPr>
        <p:spPr>
          <a:xfrm>
            <a:off x="8017768" y="1697736"/>
            <a:ext cx="704088"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7" name="Straight Arrow Connector 16">
            <a:extLst>
              <a:ext uri="{FF2B5EF4-FFF2-40B4-BE49-F238E27FC236}">
                <a16:creationId xmlns:a16="http://schemas.microsoft.com/office/drawing/2014/main" id="{9162F0B4-E24B-8515-7C7A-49AD1F800BC1}"/>
              </a:ext>
            </a:extLst>
          </p:cNvPr>
          <p:cNvCxnSpPr>
            <a:cxnSpLocks/>
            <a:endCxn id="9" idx="0"/>
          </p:cNvCxnSpPr>
          <p:nvPr/>
        </p:nvCxnSpPr>
        <p:spPr>
          <a:xfrm flipH="1">
            <a:off x="7322822" y="1697736"/>
            <a:ext cx="694946"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8" name="Straight Arrow Connector 17">
            <a:extLst>
              <a:ext uri="{FF2B5EF4-FFF2-40B4-BE49-F238E27FC236}">
                <a16:creationId xmlns:a16="http://schemas.microsoft.com/office/drawing/2014/main" id="{BD7A4C19-3FC2-FCED-64D7-0FD78EB2293D}"/>
              </a:ext>
            </a:extLst>
          </p:cNvPr>
          <p:cNvCxnSpPr>
            <a:cxnSpLocks/>
          </p:cNvCxnSpPr>
          <p:nvPr/>
        </p:nvCxnSpPr>
        <p:spPr>
          <a:xfrm flipH="1">
            <a:off x="1714119" y="3877056"/>
            <a:ext cx="389001" cy="33223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9" name="Straight Arrow Connector 18">
            <a:extLst>
              <a:ext uri="{FF2B5EF4-FFF2-40B4-BE49-F238E27FC236}">
                <a16:creationId xmlns:a16="http://schemas.microsoft.com/office/drawing/2014/main" id="{87BDD25E-56D3-1C91-3071-C3FB3362CF13}"/>
              </a:ext>
            </a:extLst>
          </p:cNvPr>
          <p:cNvCxnSpPr/>
          <p:nvPr/>
        </p:nvCxnSpPr>
        <p:spPr>
          <a:xfrm>
            <a:off x="10030968" y="1450848"/>
            <a:ext cx="0" cy="327660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20" name="TextBox 19">
            <a:extLst>
              <a:ext uri="{FF2B5EF4-FFF2-40B4-BE49-F238E27FC236}">
                <a16:creationId xmlns:a16="http://schemas.microsoft.com/office/drawing/2014/main" id="{15B94CF3-183F-1AA8-378D-8D7734646B0B}"/>
              </a:ext>
            </a:extLst>
          </p:cNvPr>
          <p:cNvSpPr txBox="1"/>
          <p:nvPr/>
        </p:nvSpPr>
        <p:spPr>
          <a:xfrm>
            <a:off x="905256" y="5577840"/>
            <a:ext cx="8482771" cy="523220"/>
          </a:xfrm>
          <a:prstGeom prst="rect">
            <a:avLst/>
          </a:prstGeom>
          <a:noFill/>
        </p:spPr>
        <p:txBody>
          <a:bodyPr wrap="none" rtlCol="0">
            <a:spAutoFit/>
          </a:bodyPr>
          <a:lstStyle/>
          <a:p>
            <a:r>
              <a:rPr lang="en-US" sz="2800" dirty="0">
                <a:solidFill>
                  <a:schemeClr val="accent2"/>
                </a:solidFill>
              </a:rPr>
              <a:t>How tall this tree will grow? What is our </a:t>
            </a:r>
            <a:r>
              <a:rPr lang="en-US" sz="2800" dirty="0" err="1">
                <a:solidFill>
                  <a:schemeClr val="accent2"/>
                </a:solidFill>
              </a:rPr>
              <a:t>BigO</a:t>
            </a:r>
            <a:r>
              <a:rPr lang="en-US" sz="2800" dirty="0">
                <a:solidFill>
                  <a:schemeClr val="accent2"/>
                </a:solidFill>
              </a:rPr>
              <a:t>?  O(</a:t>
            </a:r>
            <a:r>
              <a:rPr lang="en-US" sz="2800" dirty="0" err="1">
                <a:solidFill>
                  <a:schemeClr val="accent2"/>
                </a:solidFill>
              </a:rPr>
              <a:t>logn</a:t>
            </a:r>
            <a:r>
              <a:rPr lang="en-US" sz="2800" dirty="0">
                <a:solidFill>
                  <a:schemeClr val="accent2"/>
                </a:solidFill>
              </a:rPr>
              <a:t>)</a:t>
            </a:r>
          </a:p>
        </p:txBody>
      </p:sp>
    </p:spTree>
    <p:extLst>
      <p:ext uri="{BB962C8B-B14F-4D97-AF65-F5344CB8AC3E}">
        <p14:creationId xmlns:p14="http://schemas.microsoft.com/office/powerpoint/2010/main" val="20762772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405A8583-4648-8EB6-84C2-7823FF99948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033D050-4036-AB30-00FF-B0B343E51C63}"/>
              </a:ext>
            </a:extLst>
          </p:cNvPr>
          <p:cNvSpPr txBox="1"/>
          <p:nvPr/>
        </p:nvSpPr>
        <p:spPr>
          <a:xfrm>
            <a:off x="4735023" y="3198167"/>
            <a:ext cx="2721964" cy="461665"/>
          </a:xfrm>
          <a:prstGeom prst="rect">
            <a:avLst/>
          </a:prstGeom>
          <a:noFill/>
        </p:spPr>
        <p:txBody>
          <a:bodyPr wrap="none" rtlCol="0">
            <a:spAutoFit/>
          </a:bodyPr>
          <a:lstStyle/>
          <a:p>
            <a:pPr algn="ctr"/>
            <a:r>
              <a:rPr lang="en-US" sz="2400" dirty="0">
                <a:solidFill>
                  <a:srgbClr val="FFC000"/>
                </a:solidFill>
              </a:rPr>
              <a:t>Lets start coding….</a:t>
            </a:r>
            <a:endParaRPr lang="en-US" sz="2400" dirty="0"/>
          </a:p>
        </p:txBody>
      </p:sp>
    </p:spTree>
    <p:extLst>
      <p:ext uri="{BB962C8B-B14F-4D97-AF65-F5344CB8AC3E}">
        <p14:creationId xmlns:p14="http://schemas.microsoft.com/office/powerpoint/2010/main" val="10725958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911C4CDE-1916-0993-839E-754AF3015D8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E77E365-EF98-0FCD-480B-26489B73A6CA}"/>
              </a:ext>
            </a:extLst>
          </p:cNvPr>
          <p:cNvSpPr txBox="1"/>
          <p:nvPr/>
        </p:nvSpPr>
        <p:spPr>
          <a:xfrm>
            <a:off x="1312180" y="3198167"/>
            <a:ext cx="9567684" cy="461665"/>
          </a:xfrm>
          <a:prstGeom prst="rect">
            <a:avLst/>
          </a:prstGeom>
          <a:noFill/>
        </p:spPr>
        <p:txBody>
          <a:bodyPr wrap="none" rtlCol="0">
            <a:spAutoFit/>
          </a:bodyPr>
          <a:lstStyle/>
          <a:p>
            <a:pPr algn="ctr"/>
            <a:r>
              <a:rPr lang="en-US" sz="2400" dirty="0">
                <a:solidFill>
                  <a:srgbClr val="FFC000"/>
                </a:solidFill>
              </a:rPr>
              <a:t>One last challenge……..ready for your first internship coding interview?</a:t>
            </a:r>
            <a:endParaRPr lang="en-US" sz="2400" dirty="0"/>
          </a:p>
        </p:txBody>
      </p:sp>
    </p:spTree>
    <p:extLst>
      <p:ext uri="{BB962C8B-B14F-4D97-AF65-F5344CB8AC3E}">
        <p14:creationId xmlns:p14="http://schemas.microsoft.com/office/powerpoint/2010/main" val="158658091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D02FEDFB-3728-1AEA-818C-A7A38AE8E6D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F32E62C-F0D8-55A5-9DB3-A67A3A5B1C16}"/>
              </a:ext>
            </a:extLst>
          </p:cNvPr>
          <p:cNvSpPr txBox="1"/>
          <p:nvPr/>
        </p:nvSpPr>
        <p:spPr>
          <a:xfrm>
            <a:off x="1312180" y="3198167"/>
            <a:ext cx="9567684" cy="461665"/>
          </a:xfrm>
          <a:prstGeom prst="rect">
            <a:avLst/>
          </a:prstGeom>
          <a:noFill/>
        </p:spPr>
        <p:txBody>
          <a:bodyPr wrap="none" rtlCol="0">
            <a:spAutoFit/>
          </a:bodyPr>
          <a:lstStyle/>
          <a:p>
            <a:pPr algn="ctr"/>
            <a:r>
              <a:rPr lang="en-US" sz="2400" dirty="0">
                <a:solidFill>
                  <a:srgbClr val="FFC000"/>
                </a:solidFill>
              </a:rPr>
              <a:t>One last challenge……..ready for your first internship coding interview?</a:t>
            </a:r>
            <a:endParaRPr lang="en-US" sz="2400" dirty="0"/>
          </a:p>
        </p:txBody>
      </p:sp>
    </p:spTree>
    <p:extLst>
      <p:ext uri="{BB962C8B-B14F-4D97-AF65-F5344CB8AC3E}">
        <p14:creationId xmlns:p14="http://schemas.microsoft.com/office/powerpoint/2010/main" val="219082577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8CF83B34-C9E8-89EC-FF65-90521E0714C4}"/>
            </a:ext>
          </a:extLst>
        </p:cNvPr>
        <p:cNvGrpSpPr/>
        <p:nvPr/>
      </p:nvGrpSpPr>
      <p:grpSpPr>
        <a:xfrm>
          <a:off x="0" y="0"/>
          <a:ext cx="0" cy="0"/>
          <a:chOff x="0" y="0"/>
          <a:chExt cx="0" cy="0"/>
        </a:xfrm>
      </p:grpSpPr>
      <p:pic>
        <p:nvPicPr>
          <p:cNvPr id="4098" name="Picture 2" descr="Texas State University Boko the Bobcat Mascot Full Size Logo Car Decal  Bumper Sticker - Etsy">
            <a:extLst>
              <a:ext uri="{FF2B5EF4-FFF2-40B4-BE49-F238E27FC236}">
                <a16:creationId xmlns:a16="http://schemas.microsoft.com/office/drawing/2014/main" id="{E6CDD505-E8EA-5A06-1DA6-F30810790DA8}"/>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4276213" y="418191"/>
            <a:ext cx="3639573" cy="378501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145C5E5-7C57-6B3D-6A96-75DE1C05E675}"/>
              </a:ext>
            </a:extLst>
          </p:cNvPr>
          <p:cNvSpPr txBox="1"/>
          <p:nvPr/>
        </p:nvSpPr>
        <p:spPr>
          <a:xfrm>
            <a:off x="3046268" y="4394308"/>
            <a:ext cx="6099462" cy="369332"/>
          </a:xfrm>
          <a:prstGeom prst="rect">
            <a:avLst/>
          </a:prstGeom>
          <a:noFill/>
        </p:spPr>
        <p:txBody>
          <a:bodyPr wrap="square">
            <a:spAutoFit/>
          </a:bodyPr>
          <a:lstStyle/>
          <a:p>
            <a:pPr algn="ctr"/>
            <a:r>
              <a:rPr lang="en-US" sz="1800" dirty="0">
                <a:solidFill>
                  <a:srgbClr val="FFC000"/>
                </a:solidFill>
              </a:rPr>
              <a:t>meet our </a:t>
            </a:r>
            <a:r>
              <a:rPr lang="en-US" dirty="0">
                <a:solidFill>
                  <a:srgbClr val="FFC000"/>
                </a:solidFill>
              </a:rPr>
              <a:t> Bobcat…..</a:t>
            </a:r>
            <a:endParaRPr lang="en-US" sz="1800" dirty="0"/>
          </a:p>
        </p:txBody>
      </p:sp>
    </p:spTree>
    <p:extLst>
      <p:ext uri="{BB962C8B-B14F-4D97-AF65-F5344CB8AC3E}">
        <p14:creationId xmlns:p14="http://schemas.microsoft.com/office/powerpoint/2010/main" val="240878258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85660E7A-9DA9-FA48-6AB7-38BC0FB00C72}"/>
            </a:ext>
          </a:extLst>
        </p:cNvPr>
        <p:cNvGrpSpPr/>
        <p:nvPr/>
      </p:nvGrpSpPr>
      <p:grpSpPr>
        <a:xfrm>
          <a:off x="0" y="0"/>
          <a:ext cx="0" cy="0"/>
          <a:chOff x="0" y="0"/>
          <a:chExt cx="0" cy="0"/>
        </a:xfrm>
      </p:grpSpPr>
      <p:pic>
        <p:nvPicPr>
          <p:cNvPr id="4098" name="Picture 2" descr="Texas State University Boko the Bobcat Mascot Full Size Logo Car Decal  Bumper Sticker - Etsy">
            <a:extLst>
              <a:ext uri="{FF2B5EF4-FFF2-40B4-BE49-F238E27FC236}">
                <a16:creationId xmlns:a16="http://schemas.microsoft.com/office/drawing/2014/main" id="{625A3EC7-7619-A3D0-6424-40CFA8910555}"/>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2466336" y="2312060"/>
            <a:ext cx="1493829" cy="15535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3A59973-C82D-FCEF-4FCE-058E72D45727}"/>
              </a:ext>
            </a:extLst>
          </p:cNvPr>
          <p:cNvSpPr txBox="1"/>
          <p:nvPr/>
        </p:nvSpPr>
        <p:spPr>
          <a:xfrm>
            <a:off x="3046269" y="4188978"/>
            <a:ext cx="6099462" cy="369332"/>
          </a:xfrm>
          <a:prstGeom prst="rect">
            <a:avLst/>
          </a:prstGeom>
          <a:noFill/>
        </p:spPr>
        <p:txBody>
          <a:bodyPr wrap="square">
            <a:spAutoFit/>
          </a:bodyPr>
          <a:lstStyle/>
          <a:p>
            <a:pPr algn="ctr"/>
            <a:r>
              <a:rPr lang="en-US" sz="1800" dirty="0">
                <a:solidFill>
                  <a:srgbClr val="FFC000"/>
                </a:solidFill>
              </a:rPr>
              <a:t>We plan to invite 5 of them….. but there is a problem…..</a:t>
            </a:r>
            <a:endParaRPr lang="en-US" sz="1800" dirty="0"/>
          </a:p>
        </p:txBody>
      </p:sp>
      <p:pic>
        <p:nvPicPr>
          <p:cNvPr id="2" name="Picture 2" descr="Texas State University Boko the Bobcat Mascot Full Size Logo Car Decal  Bumper Sticker - Etsy">
            <a:extLst>
              <a:ext uri="{FF2B5EF4-FFF2-40B4-BE49-F238E27FC236}">
                <a16:creationId xmlns:a16="http://schemas.microsoft.com/office/drawing/2014/main" id="{14D8A807-3EC7-45C3-F81C-53837B7FF624}"/>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3933937" y="2312059"/>
            <a:ext cx="1493829" cy="155352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Texas State University Boko the Bobcat Mascot Full Size Logo Car Decal  Bumper Sticker - Etsy">
            <a:extLst>
              <a:ext uri="{FF2B5EF4-FFF2-40B4-BE49-F238E27FC236}">
                <a16:creationId xmlns:a16="http://schemas.microsoft.com/office/drawing/2014/main" id="{61A7B2F4-1C7B-E10C-21B5-B621B9E2EE0C}"/>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5401538" y="2312059"/>
            <a:ext cx="1493829" cy="15535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Texas State University Boko the Bobcat Mascot Full Size Logo Car Decal  Bumper Sticker - Etsy">
            <a:extLst>
              <a:ext uri="{FF2B5EF4-FFF2-40B4-BE49-F238E27FC236}">
                <a16:creationId xmlns:a16="http://schemas.microsoft.com/office/drawing/2014/main" id="{AE8273AA-A781-7ABA-8F08-D0E03F32DD15}"/>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6869140" y="2312058"/>
            <a:ext cx="1493829" cy="155352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Texas State University Boko the Bobcat Mascot Full Size Logo Car Decal  Bumper Sticker - Etsy">
            <a:extLst>
              <a:ext uri="{FF2B5EF4-FFF2-40B4-BE49-F238E27FC236}">
                <a16:creationId xmlns:a16="http://schemas.microsoft.com/office/drawing/2014/main" id="{5F12F17C-92B0-1320-4E6E-964937E2FEB7}"/>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8336742" y="2312058"/>
            <a:ext cx="1493829" cy="155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473755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1DCDDE9C-294E-6F04-4A59-92E36B2CFCA1}"/>
            </a:ext>
          </a:extLst>
        </p:cNvPr>
        <p:cNvGrpSpPr/>
        <p:nvPr/>
      </p:nvGrpSpPr>
      <p:grpSpPr>
        <a:xfrm>
          <a:off x="0" y="0"/>
          <a:ext cx="0" cy="0"/>
          <a:chOff x="0" y="0"/>
          <a:chExt cx="0" cy="0"/>
        </a:xfrm>
      </p:grpSpPr>
      <p:pic>
        <p:nvPicPr>
          <p:cNvPr id="4098" name="Picture 2" descr="Texas State University Boko the Bobcat Mascot Full Size Logo Car Decal  Bumper Sticker - Etsy">
            <a:extLst>
              <a:ext uri="{FF2B5EF4-FFF2-40B4-BE49-F238E27FC236}">
                <a16:creationId xmlns:a16="http://schemas.microsoft.com/office/drawing/2014/main" id="{B1D69455-0110-5D15-725B-32E7BDE74FF9}"/>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2466336" y="2312060"/>
            <a:ext cx="1493829" cy="15535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6F73695-19FF-D123-B26A-02F1DC2CBD7C}"/>
              </a:ext>
            </a:extLst>
          </p:cNvPr>
          <p:cNvSpPr txBox="1"/>
          <p:nvPr/>
        </p:nvSpPr>
        <p:spPr>
          <a:xfrm>
            <a:off x="3046269" y="4188978"/>
            <a:ext cx="6099462" cy="369332"/>
          </a:xfrm>
          <a:prstGeom prst="rect">
            <a:avLst/>
          </a:prstGeom>
          <a:noFill/>
        </p:spPr>
        <p:txBody>
          <a:bodyPr wrap="square">
            <a:spAutoFit/>
          </a:bodyPr>
          <a:lstStyle/>
          <a:p>
            <a:pPr algn="ctr"/>
            <a:r>
              <a:rPr lang="en-US" dirty="0">
                <a:solidFill>
                  <a:srgbClr val="FFC000"/>
                </a:solidFill>
              </a:rPr>
              <a:t>th</a:t>
            </a:r>
            <a:r>
              <a:rPr lang="en-US" sz="1800" dirty="0">
                <a:solidFill>
                  <a:srgbClr val="FFC000"/>
                </a:solidFill>
              </a:rPr>
              <a:t>ey fight if we put them too close……</a:t>
            </a:r>
            <a:endParaRPr lang="en-US" sz="1800" dirty="0"/>
          </a:p>
        </p:txBody>
      </p:sp>
      <p:pic>
        <p:nvPicPr>
          <p:cNvPr id="2" name="Picture 2" descr="Texas State University Boko the Bobcat Mascot Full Size Logo Car Decal  Bumper Sticker - Etsy">
            <a:extLst>
              <a:ext uri="{FF2B5EF4-FFF2-40B4-BE49-F238E27FC236}">
                <a16:creationId xmlns:a16="http://schemas.microsoft.com/office/drawing/2014/main" id="{7D0CA6E2-D264-B872-65CE-89E15D542690}"/>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3933937" y="2312059"/>
            <a:ext cx="1493829" cy="155352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Texas State University Boko the Bobcat Mascot Full Size Logo Car Decal  Bumper Sticker - Etsy">
            <a:extLst>
              <a:ext uri="{FF2B5EF4-FFF2-40B4-BE49-F238E27FC236}">
                <a16:creationId xmlns:a16="http://schemas.microsoft.com/office/drawing/2014/main" id="{B55BF320-7E3F-E64F-5152-60464C02167D}"/>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5401538" y="2312059"/>
            <a:ext cx="1493829" cy="15535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Texas State University Boko the Bobcat Mascot Full Size Logo Car Decal  Bumper Sticker - Etsy">
            <a:extLst>
              <a:ext uri="{FF2B5EF4-FFF2-40B4-BE49-F238E27FC236}">
                <a16:creationId xmlns:a16="http://schemas.microsoft.com/office/drawing/2014/main" id="{DD1AC6F9-104B-D007-6C78-E40B2B88EC6D}"/>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6869140" y="2312058"/>
            <a:ext cx="1493829" cy="155352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Texas State University Boko the Bobcat Mascot Full Size Logo Car Decal  Bumper Sticker - Etsy">
            <a:extLst>
              <a:ext uri="{FF2B5EF4-FFF2-40B4-BE49-F238E27FC236}">
                <a16:creationId xmlns:a16="http://schemas.microsoft.com/office/drawing/2014/main" id="{B1601F24-B3A1-B689-2B5D-BA5BC7D4383E}"/>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8336742" y="2312058"/>
            <a:ext cx="1493829" cy="155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823488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386BEEBA-D53E-8C9B-82AD-DE6BE887A1AB}"/>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482EB2B3-CA32-E8F4-6CC4-E43209B3E93D}"/>
              </a:ext>
            </a:extLst>
          </p:cNvPr>
          <p:cNvGrpSpPr/>
          <p:nvPr/>
        </p:nvGrpSpPr>
        <p:grpSpPr>
          <a:xfrm>
            <a:off x="9629854" y="968626"/>
            <a:ext cx="2458389" cy="4660574"/>
            <a:chOff x="9539702" y="131499"/>
            <a:chExt cx="2458389" cy="4660574"/>
          </a:xfrm>
        </p:grpSpPr>
        <p:pic>
          <p:nvPicPr>
            <p:cNvPr id="4098" name="Picture 2" descr="Texas State University Boko the Bobcat Mascot Full Size Logo Car Decal  Bumper Sticker - Etsy">
              <a:extLst>
                <a:ext uri="{FF2B5EF4-FFF2-40B4-BE49-F238E27FC236}">
                  <a16:creationId xmlns:a16="http://schemas.microsoft.com/office/drawing/2014/main" id="{E6CD1488-A0B1-B198-8A5F-CFE92EAE7FA2}"/>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10504260" y="131499"/>
              <a:ext cx="1493829" cy="155352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Texas State University Boko the Bobcat Mascot Full Size Logo Car Decal  Bumper Sticker - Etsy">
              <a:extLst>
                <a:ext uri="{FF2B5EF4-FFF2-40B4-BE49-F238E27FC236}">
                  <a16:creationId xmlns:a16="http://schemas.microsoft.com/office/drawing/2014/main" id="{8716B37D-868F-D1B0-61FA-D2171732EBEF}"/>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9539702" y="2585756"/>
              <a:ext cx="1493829" cy="155352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Texas State University Boko the Bobcat Mascot Full Size Logo Car Decal  Bumper Sticker - Etsy">
              <a:extLst>
                <a:ext uri="{FF2B5EF4-FFF2-40B4-BE49-F238E27FC236}">
                  <a16:creationId xmlns:a16="http://schemas.microsoft.com/office/drawing/2014/main" id="{39EE3766-6254-36CB-5CF4-BFBE7C0A8D89}"/>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10504261" y="3238548"/>
              <a:ext cx="1493829" cy="15535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Texas State University Boko the Bobcat Mascot Full Size Logo Car Decal  Bumper Sticker - Etsy">
              <a:extLst>
                <a:ext uri="{FF2B5EF4-FFF2-40B4-BE49-F238E27FC236}">
                  <a16:creationId xmlns:a16="http://schemas.microsoft.com/office/drawing/2014/main" id="{6DD2A3BC-4376-CDC1-3F42-F620894122E4}"/>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9573701" y="1032231"/>
              <a:ext cx="1493829" cy="155352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Texas State University Boko the Bobcat Mascot Full Size Logo Car Decal  Bumper Sticker - Etsy">
              <a:extLst>
                <a:ext uri="{FF2B5EF4-FFF2-40B4-BE49-F238E27FC236}">
                  <a16:creationId xmlns:a16="http://schemas.microsoft.com/office/drawing/2014/main" id="{64B91236-45EE-88B3-C22B-565A4929A85C}"/>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10504262" y="1685024"/>
              <a:ext cx="1493829" cy="1553525"/>
            </a:xfrm>
            <a:prstGeom prst="rect">
              <a:avLst/>
            </a:prstGeom>
            <a:noFill/>
            <a:extLst>
              <a:ext uri="{909E8E84-426E-40DD-AFC4-6F175D3DCCD1}">
                <a14:hiddenFill xmlns:a14="http://schemas.microsoft.com/office/drawing/2010/main">
                  <a:solidFill>
                    <a:srgbClr val="FFFFFF"/>
                  </a:solidFill>
                </a14:hiddenFill>
              </a:ext>
            </a:extLst>
          </p:spPr>
        </p:pic>
      </p:grpSp>
      <p:pic>
        <p:nvPicPr>
          <p:cNvPr id="7172" name="Picture 4" descr="Cartoon Chair PNG Picture, Cartoon Chair Png Download, Chair, Small Chair,  Seat PNG Image For Free Download">
            <a:extLst>
              <a:ext uri="{FF2B5EF4-FFF2-40B4-BE49-F238E27FC236}">
                <a16:creationId xmlns:a16="http://schemas.microsoft.com/office/drawing/2014/main" id="{906C0DC0-9A48-6515-2321-5D11F2064192}"/>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0" y="2987977"/>
            <a:ext cx="869812" cy="86981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Cartoon Chair PNG Picture, Cartoon Chair Png Download, Chair, Small Chair,  Seat PNG Image For Free Download">
            <a:extLst>
              <a:ext uri="{FF2B5EF4-FFF2-40B4-BE49-F238E27FC236}">
                <a16:creationId xmlns:a16="http://schemas.microsoft.com/office/drawing/2014/main" id="{5325F499-7F0C-795C-FB3D-349368E9D78E}"/>
              </a:ext>
            </a:extLst>
          </p:cNvPr>
          <p:cNvPicPr>
            <a:picLocks noChangeAspect="1" noChangeArrowheads="1"/>
          </p:cNvPicPr>
          <p:nvPr/>
        </p:nvPicPr>
        <p:blipFill>
          <a:blip r:embed="rId4">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1034318" y="2987977"/>
            <a:ext cx="869812" cy="86981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Cartoon Chair PNG Picture, Cartoon Chair Png Download, Chair, Small Chair,  Seat PNG Image For Free Download">
            <a:extLst>
              <a:ext uri="{FF2B5EF4-FFF2-40B4-BE49-F238E27FC236}">
                <a16:creationId xmlns:a16="http://schemas.microsoft.com/office/drawing/2014/main" id="{AF3357DE-D67B-DE07-AFF2-CB9CB0DDB466}"/>
              </a:ext>
            </a:extLst>
          </p:cNvPr>
          <p:cNvPicPr>
            <a:picLocks noChangeAspect="1" noChangeArrowheads="1"/>
          </p:cNvPicPr>
          <p:nvPr/>
        </p:nvPicPr>
        <p:blipFill>
          <a:blip r:embed="rId4">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2616273" y="2987977"/>
            <a:ext cx="869812" cy="86981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Cartoon Chair PNG Picture, Cartoon Chair Png Download, Chair, Small Chair,  Seat PNG Image For Free Download">
            <a:extLst>
              <a:ext uri="{FF2B5EF4-FFF2-40B4-BE49-F238E27FC236}">
                <a16:creationId xmlns:a16="http://schemas.microsoft.com/office/drawing/2014/main" id="{65BB6EBB-CC3A-D242-281D-997C45D7D761}"/>
              </a:ext>
            </a:extLst>
          </p:cNvPr>
          <p:cNvPicPr>
            <a:picLocks noChangeAspect="1" noChangeArrowheads="1"/>
          </p:cNvPicPr>
          <p:nvPr/>
        </p:nvPicPr>
        <p:blipFill>
          <a:blip r:embed="rId4">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4015739" y="2987977"/>
            <a:ext cx="869812" cy="86981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Cartoon Chair PNG Picture, Cartoon Chair Png Download, Chair, Small Chair,  Seat PNG Image For Free Download">
            <a:extLst>
              <a:ext uri="{FF2B5EF4-FFF2-40B4-BE49-F238E27FC236}">
                <a16:creationId xmlns:a16="http://schemas.microsoft.com/office/drawing/2014/main" id="{677C771C-8CCA-97A4-D76E-01BCEF5714E6}"/>
              </a:ext>
            </a:extLst>
          </p:cNvPr>
          <p:cNvPicPr>
            <a:picLocks noChangeAspect="1" noChangeArrowheads="1"/>
          </p:cNvPicPr>
          <p:nvPr/>
        </p:nvPicPr>
        <p:blipFill>
          <a:blip r:embed="rId4">
            <a:extLst>
              <a:ext uri="{BEBA8EAE-BF5A-486C-A8C5-ECC9F3942E4B}">
                <a14:imgProps xmlns:a14="http://schemas.microsoft.com/office/drawing/2010/main">
                  <a14:imgLayer r:embed="rId8">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5935985" y="2987977"/>
            <a:ext cx="869812" cy="86981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Cartoon Chair PNG Picture, Cartoon Chair Png Download, Chair, Small Chair,  Seat PNG Image For Free Download">
            <a:extLst>
              <a:ext uri="{FF2B5EF4-FFF2-40B4-BE49-F238E27FC236}">
                <a16:creationId xmlns:a16="http://schemas.microsoft.com/office/drawing/2014/main" id="{C10C572F-3010-4D19-6D5F-DB7DCE545DA7}"/>
              </a:ext>
            </a:extLst>
          </p:cNvPr>
          <p:cNvPicPr>
            <a:picLocks noChangeAspect="1" noChangeArrowheads="1"/>
          </p:cNvPicPr>
          <p:nvPr/>
        </p:nvPicPr>
        <p:blipFill>
          <a:blip r:embed="rId4">
            <a:extLst>
              <a:ext uri="{BEBA8EAE-BF5A-486C-A8C5-ECC9F3942E4B}">
                <a14:imgProps xmlns:a14="http://schemas.microsoft.com/office/drawing/2010/main">
                  <a14:imgLayer r:embed="rId9">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394575" y="2987977"/>
            <a:ext cx="869812" cy="869812"/>
          </a:xfrm>
          <a:prstGeom prst="rect">
            <a:avLst/>
          </a:prstGeom>
          <a:noFill/>
          <a:extLst>
            <a:ext uri="{909E8E84-426E-40DD-AFC4-6F175D3DCCD1}">
              <a14:hiddenFill xmlns:a14="http://schemas.microsoft.com/office/drawing/2010/main">
                <a:solidFill>
                  <a:srgbClr val="FFFFFF"/>
                </a:solidFill>
              </a14:hiddenFill>
            </a:ext>
          </a:extLst>
        </p:spPr>
      </p:pic>
      <p:sp>
        <p:nvSpPr>
          <p:cNvPr id="13" name="Rounded Rectangle 12">
            <a:extLst>
              <a:ext uri="{FF2B5EF4-FFF2-40B4-BE49-F238E27FC236}">
                <a16:creationId xmlns:a16="http://schemas.microsoft.com/office/drawing/2014/main" id="{606D2DDE-A141-AA0C-A14E-D77988851CF5}"/>
              </a:ext>
            </a:extLst>
          </p:cNvPr>
          <p:cNvSpPr/>
          <p:nvPr/>
        </p:nvSpPr>
        <p:spPr>
          <a:xfrm>
            <a:off x="120345" y="202793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4000" dirty="0"/>
              <a:t>0</a:t>
            </a:r>
          </a:p>
        </p:txBody>
      </p:sp>
      <p:sp>
        <p:nvSpPr>
          <p:cNvPr id="14" name="Rounded Rectangle 13">
            <a:extLst>
              <a:ext uri="{FF2B5EF4-FFF2-40B4-BE49-F238E27FC236}">
                <a16:creationId xmlns:a16="http://schemas.microsoft.com/office/drawing/2014/main" id="{C9DB92FB-A735-641F-4C90-89499F0C9353}"/>
              </a:ext>
            </a:extLst>
          </p:cNvPr>
          <p:cNvSpPr/>
          <p:nvPr/>
        </p:nvSpPr>
        <p:spPr>
          <a:xfrm>
            <a:off x="1113155" y="202793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4000" dirty="0"/>
              <a:t>2</a:t>
            </a:r>
          </a:p>
        </p:txBody>
      </p:sp>
      <p:sp>
        <p:nvSpPr>
          <p:cNvPr id="15" name="Rounded Rectangle 14">
            <a:extLst>
              <a:ext uri="{FF2B5EF4-FFF2-40B4-BE49-F238E27FC236}">
                <a16:creationId xmlns:a16="http://schemas.microsoft.com/office/drawing/2014/main" id="{412A88F3-A263-4133-2B46-2EC2D6050208}"/>
              </a:ext>
            </a:extLst>
          </p:cNvPr>
          <p:cNvSpPr/>
          <p:nvPr/>
        </p:nvSpPr>
        <p:spPr>
          <a:xfrm>
            <a:off x="2707974" y="202793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4000" dirty="0"/>
              <a:t>7</a:t>
            </a:r>
          </a:p>
        </p:txBody>
      </p:sp>
      <p:sp>
        <p:nvSpPr>
          <p:cNvPr id="16" name="Rounded Rectangle 15">
            <a:extLst>
              <a:ext uri="{FF2B5EF4-FFF2-40B4-BE49-F238E27FC236}">
                <a16:creationId xmlns:a16="http://schemas.microsoft.com/office/drawing/2014/main" id="{378886D0-0A93-A81F-9853-04D54E1D2E83}"/>
              </a:ext>
            </a:extLst>
          </p:cNvPr>
          <p:cNvSpPr/>
          <p:nvPr/>
        </p:nvSpPr>
        <p:spPr>
          <a:xfrm>
            <a:off x="4136084" y="205158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dirty="0"/>
              <a:t>10</a:t>
            </a:r>
          </a:p>
        </p:txBody>
      </p:sp>
      <p:sp>
        <p:nvSpPr>
          <p:cNvPr id="17" name="Rounded Rectangle 16">
            <a:extLst>
              <a:ext uri="{FF2B5EF4-FFF2-40B4-BE49-F238E27FC236}">
                <a16:creationId xmlns:a16="http://schemas.microsoft.com/office/drawing/2014/main" id="{0C0A163B-CE4F-84B1-FD5D-824C7B91066F}"/>
              </a:ext>
            </a:extLst>
          </p:cNvPr>
          <p:cNvSpPr/>
          <p:nvPr/>
        </p:nvSpPr>
        <p:spPr>
          <a:xfrm>
            <a:off x="6096023" y="205158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dirty="0"/>
              <a:t>18</a:t>
            </a:r>
          </a:p>
        </p:txBody>
      </p:sp>
      <p:sp>
        <p:nvSpPr>
          <p:cNvPr id="18" name="Rounded Rectangle 17">
            <a:extLst>
              <a:ext uri="{FF2B5EF4-FFF2-40B4-BE49-F238E27FC236}">
                <a16:creationId xmlns:a16="http://schemas.microsoft.com/office/drawing/2014/main" id="{2611F430-3E64-C5BC-20E6-342CDF37D830}"/>
              </a:ext>
            </a:extLst>
          </p:cNvPr>
          <p:cNvSpPr/>
          <p:nvPr/>
        </p:nvSpPr>
        <p:spPr>
          <a:xfrm>
            <a:off x="7514920" y="205158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dirty="0"/>
              <a:t>22</a:t>
            </a:r>
          </a:p>
        </p:txBody>
      </p:sp>
    </p:spTree>
    <p:extLst>
      <p:ext uri="{BB962C8B-B14F-4D97-AF65-F5344CB8AC3E}">
        <p14:creationId xmlns:p14="http://schemas.microsoft.com/office/powerpoint/2010/main" val="351279676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3C432D0F-E60B-8140-E6C7-5929DC39D1E0}"/>
            </a:ext>
          </a:extLst>
        </p:cNvPr>
        <p:cNvGrpSpPr/>
        <p:nvPr/>
      </p:nvGrpSpPr>
      <p:grpSpPr>
        <a:xfrm>
          <a:off x="0" y="0"/>
          <a:ext cx="0" cy="0"/>
          <a:chOff x="0" y="0"/>
          <a:chExt cx="0" cy="0"/>
        </a:xfrm>
      </p:grpSpPr>
      <p:pic>
        <p:nvPicPr>
          <p:cNvPr id="5" name="Picture 2" descr="Texas State University Boko the Bobcat Mascot Full Size Logo Car Decal  Bumper Sticker - Etsy">
            <a:extLst>
              <a:ext uri="{FF2B5EF4-FFF2-40B4-BE49-F238E27FC236}">
                <a16:creationId xmlns:a16="http://schemas.microsoft.com/office/drawing/2014/main" id="{2FAD5043-4A61-1476-486F-D93694EF266F}"/>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1687793" y="1560265"/>
            <a:ext cx="964104" cy="1002631"/>
          </a:xfrm>
          <a:prstGeom prst="rect">
            <a:avLst/>
          </a:prstGeom>
          <a:noFill/>
          <a:extLst>
            <a:ext uri="{909E8E84-426E-40DD-AFC4-6F175D3DCCD1}">
              <a14:hiddenFill xmlns:a14="http://schemas.microsoft.com/office/drawing/2010/main">
                <a:solidFill>
                  <a:srgbClr val="FFFFFF"/>
                </a:solidFill>
              </a14:hiddenFill>
            </a:ext>
          </a:extLst>
        </p:spPr>
      </p:pic>
      <p:grpSp>
        <p:nvGrpSpPr>
          <p:cNvPr id="21" name="Group 20">
            <a:extLst>
              <a:ext uri="{FF2B5EF4-FFF2-40B4-BE49-F238E27FC236}">
                <a16:creationId xmlns:a16="http://schemas.microsoft.com/office/drawing/2014/main" id="{3D709DB5-7AC3-81F1-E2FA-67DDBAB9E64F}"/>
              </a:ext>
            </a:extLst>
          </p:cNvPr>
          <p:cNvGrpSpPr/>
          <p:nvPr/>
        </p:nvGrpSpPr>
        <p:grpSpPr>
          <a:xfrm>
            <a:off x="1738648" y="158613"/>
            <a:ext cx="8264387" cy="1586775"/>
            <a:chOff x="0" y="2271014"/>
            <a:chExt cx="8264387" cy="1586775"/>
          </a:xfrm>
        </p:grpSpPr>
        <p:grpSp>
          <p:nvGrpSpPr>
            <p:cNvPr id="19" name="Group 18">
              <a:extLst>
                <a:ext uri="{FF2B5EF4-FFF2-40B4-BE49-F238E27FC236}">
                  <a16:creationId xmlns:a16="http://schemas.microsoft.com/office/drawing/2014/main" id="{D7407F88-9298-CF7F-D82E-725AB84AC248}"/>
                </a:ext>
              </a:extLst>
            </p:cNvPr>
            <p:cNvGrpSpPr/>
            <p:nvPr/>
          </p:nvGrpSpPr>
          <p:grpSpPr>
            <a:xfrm>
              <a:off x="0" y="2987977"/>
              <a:ext cx="8264387" cy="869812"/>
              <a:chOff x="0" y="2987977"/>
              <a:chExt cx="8264387" cy="869812"/>
            </a:xfrm>
          </p:grpSpPr>
          <p:pic>
            <p:nvPicPr>
              <p:cNvPr id="7172" name="Picture 4" descr="Cartoon Chair PNG Picture, Cartoon Chair Png Download, Chair, Small Chair,  Seat PNG Image For Free Download">
                <a:extLst>
                  <a:ext uri="{FF2B5EF4-FFF2-40B4-BE49-F238E27FC236}">
                    <a16:creationId xmlns:a16="http://schemas.microsoft.com/office/drawing/2014/main" id="{3F11C168-4EE3-2B27-BD12-04D03FA5E988}"/>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0" y="2987977"/>
                <a:ext cx="869812" cy="86981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Cartoon Chair PNG Picture, Cartoon Chair Png Download, Chair, Small Chair,  Seat PNG Image For Free Download">
                <a:extLst>
                  <a:ext uri="{FF2B5EF4-FFF2-40B4-BE49-F238E27FC236}">
                    <a16:creationId xmlns:a16="http://schemas.microsoft.com/office/drawing/2014/main" id="{0FBDD55C-6FCB-E3ED-EDFC-2A4F940058DD}"/>
                  </a:ext>
                </a:extLst>
              </p:cNvPr>
              <p:cNvPicPr>
                <a:picLocks noChangeAspect="1" noChangeArrowheads="1"/>
              </p:cNvPicPr>
              <p:nvPr/>
            </p:nvPicPr>
            <p:blipFill>
              <a:blip r:embed="rId4">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1034318" y="2987977"/>
                <a:ext cx="869812" cy="86981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Cartoon Chair PNG Picture, Cartoon Chair Png Download, Chair, Small Chair,  Seat PNG Image For Free Download">
                <a:extLst>
                  <a:ext uri="{FF2B5EF4-FFF2-40B4-BE49-F238E27FC236}">
                    <a16:creationId xmlns:a16="http://schemas.microsoft.com/office/drawing/2014/main" id="{6B33EE44-AB28-83D7-4811-0D604D8E2A9D}"/>
                  </a:ext>
                </a:extLst>
              </p:cNvPr>
              <p:cNvPicPr>
                <a:picLocks noChangeAspect="1" noChangeArrowheads="1"/>
              </p:cNvPicPr>
              <p:nvPr/>
            </p:nvPicPr>
            <p:blipFill>
              <a:blip r:embed="rId4">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2616273" y="2987977"/>
                <a:ext cx="869812" cy="86981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Cartoon Chair PNG Picture, Cartoon Chair Png Download, Chair, Small Chair,  Seat PNG Image For Free Download">
                <a:extLst>
                  <a:ext uri="{FF2B5EF4-FFF2-40B4-BE49-F238E27FC236}">
                    <a16:creationId xmlns:a16="http://schemas.microsoft.com/office/drawing/2014/main" id="{C45FD3FB-2099-BC02-4A4E-FE863B6246D5}"/>
                  </a:ext>
                </a:extLst>
              </p:cNvPr>
              <p:cNvPicPr>
                <a:picLocks noChangeAspect="1" noChangeArrowheads="1"/>
              </p:cNvPicPr>
              <p:nvPr/>
            </p:nvPicPr>
            <p:blipFill>
              <a:blip r:embed="rId4">
                <a:extLst>
                  <a:ext uri="{BEBA8EAE-BF5A-486C-A8C5-ECC9F3942E4B}">
                    <a14:imgProps xmlns:a14="http://schemas.microsoft.com/office/drawing/2010/main">
                      <a14:imgLayer r:embed="rId8">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4015739" y="2987977"/>
                <a:ext cx="869812" cy="86981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Cartoon Chair PNG Picture, Cartoon Chair Png Download, Chair, Small Chair,  Seat PNG Image For Free Download">
                <a:extLst>
                  <a:ext uri="{FF2B5EF4-FFF2-40B4-BE49-F238E27FC236}">
                    <a16:creationId xmlns:a16="http://schemas.microsoft.com/office/drawing/2014/main" id="{8F33E03D-0687-645C-91AB-7DD0211E9624}"/>
                  </a:ext>
                </a:extLst>
              </p:cNvPr>
              <p:cNvPicPr>
                <a:picLocks noChangeAspect="1" noChangeArrowheads="1"/>
              </p:cNvPicPr>
              <p:nvPr/>
            </p:nvPicPr>
            <p:blipFill>
              <a:blip r:embed="rId4">
                <a:extLst>
                  <a:ext uri="{BEBA8EAE-BF5A-486C-A8C5-ECC9F3942E4B}">
                    <a14:imgProps xmlns:a14="http://schemas.microsoft.com/office/drawing/2010/main">
                      <a14:imgLayer r:embed="rId9">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5935985" y="2987977"/>
                <a:ext cx="869812" cy="86981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Cartoon Chair PNG Picture, Cartoon Chair Png Download, Chair, Small Chair,  Seat PNG Image For Free Download">
                <a:extLst>
                  <a:ext uri="{FF2B5EF4-FFF2-40B4-BE49-F238E27FC236}">
                    <a16:creationId xmlns:a16="http://schemas.microsoft.com/office/drawing/2014/main" id="{961E217F-CCA2-81B6-01B4-AE4F355B9DCE}"/>
                  </a:ext>
                </a:extLst>
              </p:cNvPr>
              <p:cNvPicPr>
                <a:picLocks noChangeAspect="1" noChangeArrowheads="1"/>
              </p:cNvPicPr>
              <p:nvPr/>
            </p:nvPicPr>
            <p:blipFill>
              <a:blip r:embed="rId4">
                <a:extLst>
                  <a:ext uri="{BEBA8EAE-BF5A-486C-A8C5-ECC9F3942E4B}">
                    <a14:imgProps xmlns:a14="http://schemas.microsoft.com/office/drawing/2010/main">
                      <a14:imgLayer r:embed="rId10">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394575" y="2987977"/>
                <a:ext cx="869812" cy="86981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0" name="Group 19">
              <a:extLst>
                <a:ext uri="{FF2B5EF4-FFF2-40B4-BE49-F238E27FC236}">
                  <a16:creationId xmlns:a16="http://schemas.microsoft.com/office/drawing/2014/main" id="{2241E6F7-EE1C-F13C-E63B-C82F12FF035A}"/>
                </a:ext>
              </a:extLst>
            </p:cNvPr>
            <p:cNvGrpSpPr/>
            <p:nvPr/>
          </p:nvGrpSpPr>
          <p:grpSpPr>
            <a:xfrm>
              <a:off x="116636" y="2271014"/>
              <a:ext cx="8023697" cy="682580"/>
              <a:chOff x="120345" y="2027934"/>
              <a:chExt cx="8023697" cy="682580"/>
            </a:xfrm>
          </p:grpSpPr>
          <p:sp>
            <p:nvSpPr>
              <p:cNvPr id="13" name="Rounded Rectangle 12">
                <a:extLst>
                  <a:ext uri="{FF2B5EF4-FFF2-40B4-BE49-F238E27FC236}">
                    <a16:creationId xmlns:a16="http://schemas.microsoft.com/office/drawing/2014/main" id="{3A2102D6-0640-119A-4DC7-70336A03A01F}"/>
                  </a:ext>
                </a:extLst>
              </p:cNvPr>
              <p:cNvSpPr/>
              <p:nvPr/>
            </p:nvSpPr>
            <p:spPr>
              <a:xfrm>
                <a:off x="120345" y="202793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4000" dirty="0"/>
                  <a:t>0</a:t>
                </a:r>
              </a:p>
            </p:txBody>
          </p:sp>
          <p:sp>
            <p:nvSpPr>
              <p:cNvPr id="14" name="Rounded Rectangle 13">
                <a:extLst>
                  <a:ext uri="{FF2B5EF4-FFF2-40B4-BE49-F238E27FC236}">
                    <a16:creationId xmlns:a16="http://schemas.microsoft.com/office/drawing/2014/main" id="{4BC250AE-3F2F-B92A-690A-D625CA37F7AF}"/>
                  </a:ext>
                </a:extLst>
              </p:cNvPr>
              <p:cNvSpPr/>
              <p:nvPr/>
            </p:nvSpPr>
            <p:spPr>
              <a:xfrm>
                <a:off x="1113155" y="202793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4000" dirty="0"/>
                  <a:t>2</a:t>
                </a:r>
              </a:p>
            </p:txBody>
          </p:sp>
          <p:sp>
            <p:nvSpPr>
              <p:cNvPr id="15" name="Rounded Rectangle 14">
                <a:extLst>
                  <a:ext uri="{FF2B5EF4-FFF2-40B4-BE49-F238E27FC236}">
                    <a16:creationId xmlns:a16="http://schemas.microsoft.com/office/drawing/2014/main" id="{A8EA293B-9729-5FD7-B5C7-81133EB20122}"/>
                  </a:ext>
                </a:extLst>
              </p:cNvPr>
              <p:cNvSpPr/>
              <p:nvPr/>
            </p:nvSpPr>
            <p:spPr>
              <a:xfrm>
                <a:off x="2707974" y="202793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4000" dirty="0"/>
                  <a:t>7</a:t>
                </a:r>
              </a:p>
            </p:txBody>
          </p:sp>
          <p:sp>
            <p:nvSpPr>
              <p:cNvPr id="16" name="Rounded Rectangle 15">
                <a:extLst>
                  <a:ext uri="{FF2B5EF4-FFF2-40B4-BE49-F238E27FC236}">
                    <a16:creationId xmlns:a16="http://schemas.microsoft.com/office/drawing/2014/main" id="{FFC930E9-D359-6431-48C3-58B97BC5833E}"/>
                  </a:ext>
                </a:extLst>
              </p:cNvPr>
              <p:cNvSpPr/>
              <p:nvPr/>
            </p:nvSpPr>
            <p:spPr>
              <a:xfrm>
                <a:off x="4136084" y="202793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dirty="0"/>
                  <a:t>10</a:t>
                </a:r>
              </a:p>
            </p:txBody>
          </p:sp>
          <p:sp>
            <p:nvSpPr>
              <p:cNvPr id="17" name="Rounded Rectangle 16">
                <a:extLst>
                  <a:ext uri="{FF2B5EF4-FFF2-40B4-BE49-F238E27FC236}">
                    <a16:creationId xmlns:a16="http://schemas.microsoft.com/office/drawing/2014/main" id="{5B84B8D1-052B-534D-1D8D-44E3662706C1}"/>
                  </a:ext>
                </a:extLst>
              </p:cNvPr>
              <p:cNvSpPr/>
              <p:nvPr/>
            </p:nvSpPr>
            <p:spPr>
              <a:xfrm>
                <a:off x="6096023" y="202793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dirty="0"/>
                  <a:t>18</a:t>
                </a:r>
              </a:p>
            </p:txBody>
          </p:sp>
          <p:sp>
            <p:nvSpPr>
              <p:cNvPr id="18" name="Rounded Rectangle 17">
                <a:extLst>
                  <a:ext uri="{FF2B5EF4-FFF2-40B4-BE49-F238E27FC236}">
                    <a16:creationId xmlns:a16="http://schemas.microsoft.com/office/drawing/2014/main" id="{4C967316-DE31-BD20-2704-AA58A5E8E858}"/>
                  </a:ext>
                </a:extLst>
              </p:cNvPr>
              <p:cNvSpPr/>
              <p:nvPr/>
            </p:nvSpPr>
            <p:spPr>
              <a:xfrm>
                <a:off x="7514920" y="202793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dirty="0"/>
                  <a:t>22</a:t>
                </a:r>
              </a:p>
            </p:txBody>
          </p:sp>
        </p:grpSp>
      </p:grpSp>
      <p:pic>
        <p:nvPicPr>
          <p:cNvPr id="22" name="Picture 2" descr="Texas State University Boko the Bobcat Mascot Full Size Logo Car Decal  Bumper Sticker - Etsy">
            <a:extLst>
              <a:ext uri="{FF2B5EF4-FFF2-40B4-BE49-F238E27FC236}">
                <a16:creationId xmlns:a16="http://schemas.microsoft.com/office/drawing/2014/main" id="{93005D7B-A188-AA9F-1A13-E2C63779E8E8}"/>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2702752" y="1560265"/>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Texas State University Boko the Bobcat Mascot Full Size Logo Car Decal  Bumper Sticker - Etsy">
            <a:extLst>
              <a:ext uri="{FF2B5EF4-FFF2-40B4-BE49-F238E27FC236}">
                <a16:creationId xmlns:a16="http://schemas.microsoft.com/office/drawing/2014/main" id="{59124D14-B2BD-3E56-7079-0605227A948C}"/>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4307775" y="1560264"/>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Texas State University Boko the Bobcat Mascot Full Size Logo Car Decal  Bumper Sticker - Etsy">
            <a:extLst>
              <a:ext uri="{FF2B5EF4-FFF2-40B4-BE49-F238E27FC236}">
                <a16:creationId xmlns:a16="http://schemas.microsoft.com/office/drawing/2014/main" id="{4905FEC1-FA9B-8D55-FA0A-CD4ABC55D806}"/>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5698702" y="1560264"/>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Texas State University Boko the Bobcat Mascot Full Size Logo Car Decal  Bumper Sticker - Etsy">
            <a:extLst>
              <a:ext uri="{FF2B5EF4-FFF2-40B4-BE49-F238E27FC236}">
                <a16:creationId xmlns:a16="http://schemas.microsoft.com/office/drawing/2014/main" id="{01EA3FFC-C6E2-5EC7-1810-CFF6CD0D6604}"/>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7674633" y="1560263"/>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Texas State University Boko the Bobcat Mascot Full Size Logo Car Decal  Bumper Sticker - Etsy">
            <a:extLst>
              <a:ext uri="{FF2B5EF4-FFF2-40B4-BE49-F238E27FC236}">
                <a16:creationId xmlns:a16="http://schemas.microsoft.com/office/drawing/2014/main" id="{337CA5B9-90EF-D35E-55EA-2C98B911B31F}"/>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1687793" y="2562894"/>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Texas State University Boko the Bobcat Mascot Full Size Logo Car Decal  Bumper Sticker - Etsy">
            <a:extLst>
              <a:ext uri="{FF2B5EF4-FFF2-40B4-BE49-F238E27FC236}">
                <a16:creationId xmlns:a16="http://schemas.microsoft.com/office/drawing/2014/main" id="{DFB52D3B-643D-0FAC-4355-FB7AAC3D3901}"/>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2713549" y="2562891"/>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Texas State University Boko the Bobcat Mascot Full Size Logo Car Decal  Bumper Sticker - Etsy">
            <a:extLst>
              <a:ext uri="{FF2B5EF4-FFF2-40B4-BE49-F238E27FC236}">
                <a16:creationId xmlns:a16="http://schemas.microsoft.com/office/drawing/2014/main" id="{184E2C27-15B6-A84B-3148-AFF693FAB1FA}"/>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4349318" y="2562891"/>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Texas State University Boko the Bobcat Mascot Full Size Logo Car Decal  Bumper Sticker - Etsy">
            <a:extLst>
              <a:ext uri="{FF2B5EF4-FFF2-40B4-BE49-F238E27FC236}">
                <a16:creationId xmlns:a16="http://schemas.microsoft.com/office/drawing/2014/main" id="{093C25B3-D749-D57C-33E4-FAEF785322BD}"/>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5740245" y="2531121"/>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Texas State University Boko the Bobcat Mascot Full Size Logo Car Decal  Bumper Sticker - Etsy">
            <a:extLst>
              <a:ext uri="{FF2B5EF4-FFF2-40B4-BE49-F238E27FC236}">
                <a16:creationId xmlns:a16="http://schemas.microsoft.com/office/drawing/2014/main" id="{1A4BBFF6-F8A6-E065-2481-19EEC98B6CB0}"/>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7686520" y="2539994"/>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Texas State University Boko the Bobcat Mascot Full Size Logo Car Decal  Bumper Sticker - Etsy">
            <a:extLst>
              <a:ext uri="{FF2B5EF4-FFF2-40B4-BE49-F238E27FC236}">
                <a16:creationId xmlns:a16="http://schemas.microsoft.com/office/drawing/2014/main" id="{40E04E8D-7CC0-0C94-D870-A5E54D940270}"/>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1644356" y="3565523"/>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Texas State University Boko the Bobcat Mascot Full Size Logo Car Decal  Bumper Sticker - Etsy">
            <a:extLst>
              <a:ext uri="{FF2B5EF4-FFF2-40B4-BE49-F238E27FC236}">
                <a16:creationId xmlns:a16="http://schemas.microsoft.com/office/drawing/2014/main" id="{9B120CD8-80A4-1B43-83F9-1109C7975F3B}"/>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4231985" y="3565522"/>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Texas State University Boko the Bobcat Mascot Full Size Logo Car Decal  Bumper Sticker - Etsy">
            <a:extLst>
              <a:ext uri="{FF2B5EF4-FFF2-40B4-BE49-F238E27FC236}">
                <a16:creationId xmlns:a16="http://schemas.microsoft.com/office/drawing/2014/main" id="{58DE86A5-F839-0255-C1DA-33D70863BCD9}"/>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7674633" y="3565521"/>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Texas State University Boko the Bobcat Mascot Full Size Logo Car Decal  Bumper Sticker - Etsy">
            <a:extLst>
              <a:ext uri="{FF2B5EF4-FFF2-40B4-BE49-F238E27FC236}">
                <a16:creationId xmlns:a16="http://schemas.microsoft.com/office/drawing/2014/main" id="{0CC993FD-0063-D76D-EEB2-CB6BA8936BFE}"/>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9082368" y="3565521"/>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 descr="Texas State University Boko the Bobcat Mascot Full Size Logo Car Decal  Bumper Sticker - Etsy">
            <a:extLst>
              <a:ext uri="{FF2B5EF4-FFF2-40B4-BE49-F238E27FC236}">
                <a16:creationId xmlns:a16="http://schemas.microsoft.com/office/drawing/2014/main" id="{7A1E6B8E-68A5-21FF-E60F-27CE73B138C8}"/>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5713616" y="3565520"/>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Texas State University Boko the Bobcat Mascot Full Size Logo Car Decal  Bumper Sticker - Etsy">
            <a:extLst>
              <a:ext uri="{FF2B5EF4-FFF2-40B4-BE49-F238E27FC236}">
                <a16:creationId xmlns:a16="http://schemas.microsoft.com/office/drawing/2014/main" id="{0696FD64-83DA-BE42-0431-D9F933F43F06}"/>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1644356" y="4568151"/>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 descr="Texas State University Boko the Bobcat Mascot Full Size Logo Car Decal  Bumper Sticker - Etsy">
            <a:extLst>
              <a:ext uri="{FF2B5EF4-FFF2-40B4-BE49-F238E27FC236}">
                <a16:creationId xmlns:a16="http://schemas.microsoft.com/office/drawing/2014/main" id="{BEBB2451-74F1-EE72-A0A6-B029D0A9A776}"/>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4231985" y="4568151"/>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 descr="Texas State University Boko the Bobcat Mascot Full Size Logo Car Decal  Bumper Sticker - Etsy">
            <a:extLst>
              <a:ext uri="{FF2B5EF4-FFF2-40B4-BE49-F238E27FC236}">
                <a16:creationId xmlns:a16="http://schemas.microsoft.com/office/drawing/2014/main" id="{9D349B55-169E-E5FC-E6D4-EF195C941194}"/>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7627487" y="4568148"/>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2" descr="Texas State University Boko the Bobcat Mascot Full Size Logo Car Decal  Bumper Sticker - Etsy">
            <a:extLst>
              <a:ext uri="{FF2B5EF4-FFF2-40B4-BE49-F238E27FC236}">
                <a16:creationId xmlns:a16="http://schemas.microsoft.com/office/drawing/2014/main" id="{F4EA47D7-EFCD-E15C-9EF9-04E08755E0C0}"/>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9038931" y="4568148"/>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 descr="Texas State University Boko the Bobcat Mascot Full Size Logo Car Decal  Bumper Sticker - Etsy">
            <a:extLst>
              <a:ext uri="{FF2B5EF4-FFF2-40B4-BE49-F238E27FC236}">
                <a16:creationId xmlns:a16="http://schemas.microsoft.com/office/drawing/2014/main" id="{C17766FE-1215-DB5F-6EA3-3BD4089204D9}"/>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9627683" y="4859548"/>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43" name="Graphic 42" descr="Checkmark with solid fill">
            <a:extLst>
              <a:ext uri="{FF2B5EF4-FFF2-40B4-BE49-F238E27FC236}">
                <a16:creationId xmlns:a16="http://schemas.microsoft.com/office/drawing/2014/main" id="{82DB81C0-478E-F44F-425E-EEB87E6FCAB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356657" y="3609635"/>
            <a:ext cx="914400" cy="914400"/>
          </a:xfrm>
          <a:prstGeom prst="rect">
            <a:avLst/>
          </a:prstGeom>
        </p:spPr>
      </p:pic>
      <p:pic>
        <p:nvPicPr>
          <p:cNvPr id="44" name="Graphic 43" descr="Checkmark with solid fill">
            <a:extLst>
              <a:ext uri="{FF2B5EF4-FFF2-40B4-BE49-F238E27FC236}">
                <a16:creationId xmlns:a16="http://schemas.microsoft.com/office/drawing/2014/main" id="{F688F193-8DAF-FEC9-4130-A9CFAE6B8A2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286393" y="2659788"/>
            <a:ext cx="914400" cy="914400"/>
          </a:xfrm>
          <a:prstGeom prst="rect">
            <a:avLst/>
          </a:prstGeom>
        </p:spPr>
      </p:pic>
      <p:pic>
        <p:nvPicPr>
          <p:cNvPr id="45" name="Graphic 44" descr="Checkmark with solid fill">
            <a:extLst>
              <a:ext uri="{FF2B5EF4-FFF2-40B4-BE49-F238E27FC236}">
                <a16:creationId xmlns:a16="http://schemas.microsoft.com/office/drawing/2014/main" id="{A9E51BB4-8D8A-5DEF-53B0-0C2467E6664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286393" y="1607089"/>
            <a:ext cx="914400" cy="914400"/>
          </a:xfrm>
          <a:prstGeom prst="rect">
            <a:avLst/>
          </a:prstGeom>
        </p:spPr>
      </p:pic>
      <p:pic>
        <p:nvPicPr>
          <p:cNvPr id="47" name="Graphic 46" descr="Close with solid fill">
            <a:extLst>
              <a:ext uri="{FF2B5EF4-FFF2-40B4-BE49-F238E27FC236}">
                <a16:creationId xmlns:a16="http://schemas.microsoft.com/office/drawing/2014/main" id="{829D309A-31AB-16F5-B249-59462A742196}"/>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403229" y="4779984"/>
            <a:ext cx="914400" cy="914400"/>
          </a:xfrm>
          <a:prstGeom prst="rect">
            <a:avLst/>
          </a:prstGeom>
        </p:spPr>
      </p:pic>
      <p:pic>
        <p:nvPicPr>
          <p:cNvPr id="49" name="Graphic 48" descr="Badge Question Mark with solid fill">
            <a:extLst>
              <a:ext uri="{FF2B5EF4-FFF2-40B4-BE49-F238E27FC236}">
                <a16:creationId xmlns:a16="http://schemas.microsoft.com/office/drawing/2014/main" id="{F1BDDF94-2B91-2CCE-4F27-E0C95F99CD5E}"/>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823639" y="5773948"/>
            <a:ext cx="571394" cy="571394"/>
          </a:xfrm>
          <a:prstGeom prst="rect">
            <a:avLst/>
          </a:prstGeom>
        </p:spPr>
      </p:pic>
      <p:sp>
        <p:nvSpPr>
          <p:cNvPr id="52" name="TextBox 51">
            <a:extLst>
              <a:ext uri="{FF2B5EF4-FFF2-40B4-BE49-F238E27FC236}">
                <a16:creationId xmlns:a16="http://schemas.microsoft.com/office/drawing/2014/main" id="{F547E6E9-DEC9-822E-CD2C-A247C1A5FC99}"/>
              </a:ext>
            </a:extLst>
          </p:cNvPr>
          <p:cNvSpPr txBox="1"/>
          <p:nvPr/>
        </p:nvSpPr>
        <p:spPr>
          <a:xfrm>
            <a:off x="25709" y="557636"/>
            <a:ext cx="1685974" cy="923330"/>
          </a:xfrm>
          <a:prstGeom prst="rect">
            <a:avLst/>
          </a:prstGeom>
          <a:noFill/>
        </p:spPr>
        <p:txBody>
          <a:bodyPr wrap="none" rtlCol="0">
            <a:spAutoFit/>
          </a:bodyPr>
          <a:lstStyle/>
          <a:p>
            <a:r>
              <a:rPr lang="en-US" b="1" i="1" dirty="0">
                <a:solidFill>
                  <a:schemeClr val="bg1"/>
                </a:solidFill>
              </a:rPr>
              <a:t>Can we </a:t>
            </a:r>
          </a:p>
          <a:p>
            <a:r>
              <a:rPr lang="en-US" b="1" i="1" dirty="0">
                <a:solidFill>
                  <a:schemeClr val="bg1"/>
                </a:solidFill>
              </a:rPr>
              <a:t>place them </a:t>
            </a:r>
          </a:p>
          <a:p>
            <a:r>
              <a:rPr lang="en-US" b="1" i="1" dirty="0">
                <a:solidFill>
                  <a:schemeClr val="bg1"/>
                </a:solidFill>
              </a:rPr>
              <a:t>by… distance?</a:t>
            </a:r>
          </a:p>
        </p:txBody>
      </p:sp>
      <p:sp>
        <p:nvSpPr>
          <p:cNvPr id="53" name="TextBox 52">
            <a:extLst>
              <a:ext uri="{FF2B5EF4-FFF2-40B4-BE49-F238E27FC236}">
                <a16:creationId xmlns:a16="http://schemas.microsoft.com/office/drawing/2014/main" id="{B7C260F9-0C4D-3DBC-8020-72494048495F}"/>
              </a:ext>
            </a:extLst>
          </p:cNvPr>
          <p:cNvSpPr txBox="1"/>
          <p:nvPr/>
        </p:nvSpPr>
        <p:spPr>
          <a:xfrm>
            <a:off x="532436" y="1779771"/>
            <a:ext cx="1260281" cy="584775"/>
          </a:xfrm>
          <a:prstGeom prst="rect">
            <a:avLst/>
          </a:prstGeom>
          <a:noFill/>
        </p:spPr>
        <p:txBody>
          <a:bodyPr wrap="none" rtlCol="0">
            <a:spAutoFit/>
          </a:bodyPr>
          <a:lstStyle/>
          <a:p>
            <a:r>
              <a:rPr lang="en-US" sz="3200" b="1" i="1" dirty="0">
                <a:solidFill>
                  <a:schemeClr val="bg1"/>
                </a:solidFill>
              </a:rPr>
              <a:t>1 Unit</a:t>
            </a:r>
          </a:p>
        </p:txBody>
      </p:sp>
      <p:sp>
        <p:nvSpPr>
          <p:cNvPr id="54" name="TextBox 53">
            <a:extLst>
              <a:ext uri="{FF2B5EF4-FFF2-40B4-BE49-F238E27FC236}">
                <a16:creationId xmlns:a16="http://schemas.microsoft.com/office/drawing/2014/main" id="{539EB03D-2644-F58D-31CD-CB3B666FB231}"/>
              </a:ext>
            </a:extLst>
          </p:cNvPr>
          <p:cNvSpPr txBox="1"/>
          <p:nvPr/>
        </p:nvSpPr>
        <p:spPr>
          <a:xfrm>
            <a:off x="478367" y="2861696"/>
            <a:ext cx="1260281" cy="584775"/>
          </a:xfrm>
          <a:prstGeom prst="rect">
            <a:avLst/>
          </a:prstGeom>
          <a:noFill/>
        </p:spPr>
        <p:txBody>
          <a:bodyPr wrap="none" rtlCol="0">
            <a:spAutoFit/>
          </a:bodyPr>
          <a:lstStyle/>
          <a:p>
            <a:r>
              <a:rPr lang="en-US" sz="3200" b="1" i="1" dirty="0">
                <a:solidFill>
                  <a:schemeClr val="bg1"/>
                </a:solidFill>
              </a:rPr>
              <a:t>2 Unit</a:t>
            </a:r>
          </a:p>
        </p:txBody>
      </p:sp>
      <p:sp>
        <p:nvSpPr>
          <p:cNvPr id="55" name="TextBox 54">
            <a:extLst>
              <a:ext uri="{FF2B5EF4-FFF2-40B4-BE49-F238E27FC236}">
                <a16:creationId xmlns:a16="http://schemas.microsoft.com/office/drawing/2014/main" id="{0BEE2626-FD08-9D0B-EFBC-CACBC81759C7}"/>
              </a:ext>
            </a:extLst>
          </p:cNvPr>
          <p:cNvSpPr txBox="1"/>
          <p:nvPr/>
        </p:nvSpPr>
        <p:spPr>
          <a:xfrm>
            <a:off x="532435" y="3864322"/>
            <a:ext cx="1260281" cy="584775"/>
          </a:xfrm>
          <a:prstGeom prst="rect">
            <a:avLst/>
          </a:prstGeom>
          <a:noFill/>
        </p:spPr>
        <p:txBody>
          <a:bodyPr wrap="none" rtlCol="0">
            <a:spAutoFit/>
          </a:bodyPr>
          <a:lstStyle/>
          <a:p>
            <a:r>
              <a:rPr lang="en-US" sz="3200" b="1" i="1" dirty="0">
                <a:solidFill>
                  <a:schemeClr val="bg1"/>
                </a:solidFill>
              </a:rPr>
              <a:t>3 Unit</a:t>
            </a:r>
          </a:p>
        </p:txBody>
      </p:sp>
      <p:sp>
        <p:nvSpPr>
          <p:cNvPr id="56" name="TextBox 55">
            <a:extLst>
              <a:ext uri="{FF2B5EF4-FFF2-40B4-BE49-F238E27FC236}">
                <a16:creationId xmlns:a16="http://schemas.microsoft.com/office/drawing/2014/main" id="{970765D6-85D6-7BF0-5428-98BDD22FB3CB}"/>
              </a:ext>
            </a:extLst>
          </p:cNvPr>
          <p:cNvSpPr txBox="1"/>
          <p:nvPr/>
        </p:nvSpPr>
        <p:spPr>
          <a:xfrm>
            <a:off x="532434" y="4866948"/>
            <a:ext cx="1260281" cy="584775"/>
          </a:xfrm>
          <a:prstGeom prst="rect">
            <a:avLst/>
          </a:prstGeom>
          <a:noFill/>
        </p:spPr>
        <p:txBody>
          <a:bodyPr wrap="none" rtlCol="0">
            <a:spAutoFit/>
          </a:bodyPr>
          <a:lstStyle/>
          <a:p>
            <a:r>
              <a:rPr lang="en-US" sz="3200" b="1" i="1" dirty="0">
                <a:solidFill>
                  <a:schemeClr val="bg1"/>
                </a:solidFill>
              </a:rPr>
              <a:t>4 Unit</a:t>
            </a:r>
          </a:p>
        </p:txBody>
      </p:sp>
    </p:spTree>
    <p:extLst>
      <p:ext uri="{BB962C8B-B14F-4D97-AF65-F5344CB8AC3E}">
        <p14:creationId xmlns:p14="http://schemas.microsoft.com/office/powerpoint/2010/main" val="162038824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3AB48C11-5322-6F64-3473-90F1D8B8B169}"/>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B4096348-6487-0996-BB2D-F6D007A04E94}"/>
              </a:ext>
            </a:extLst>
          </p:cNvPr>
          <p:cNvSpPr/>
          <p:nvPr/>
        </p:nvSpPr>
        <p:spPr>
          <a:xfrm>
            <a:off x="220777" y="2410729"/>
            <a:ext cx="11011436" cy="1988886"/>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Rounded Rectangle 1">
            <a:extLst>
              <a:ext uri="{FF2B5EF4-FFF2-40B4-BE49-F238E27FC236}">
                <a16:creationId xmlns:a16="http://schemas.microsoft.com/office/drawing/2014/main" id="{1D8FE57D-994D-83F4-729D-3E088AAB7AA4}"/>
              </a:ext>
            </a:extLst>
          </p:cNvPr>
          <p:cNvSpPr/>
          <p:nvPr/>
        </p:nvSpPr>
        <p:spPr>
          <a:xfrm>
            <a:off x="205863" y="4473030"/>
            <a:ext cx="11011436" cy="1155037"/>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2" descr="Texas State University Boko the Bobcat Mascot Full Size Logo Car Decal  Bumper Sticker - Etsy">
            <a:extLst>
              <a:ext uri="{FF2B5EF4-FFF2-40B4-BE49-F238E27FC236}">
                <a16:creationId xmlns:a16="http://schemas.microsoft.com/office/drawing/2014/main" id="{233FB21D-868F-7385-ED0A-255DC0DE9B6B}"/>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1700672" y="2467776"/>
            <a:ext cx="964104" cy="1002631"/>
          </a:xfrm>
          <a:prstGeom prst="rect">
            <a:avLst/>
          </a:prstGeom>
          <a:noFill/>
          <a:extLst>
            <a:ext uri="{909E8E84-426E-40DD-AFC4-6F175D3DCCD1}">
              <a14:hiddenFill xmlns:a14="http://schemas.microsoft.com/office/drawing/2010/main">
                <a:solidFill>
                  <a:srgbClr val="FFFFFF"/>
                </a:solidFill>
              </a14:hiddenFill>
            </a:ext>
          </a:extLst>
        </p:spPr>
      </p:pic>
      <p:grpSp>
        <p:nvGrpSpPr>
          <p:cNvPr id="21" name="Group 20">
            <a:extLst>
              <a:ext uri="{FF2B5EF4-FFF2-40B4-BE49-F238E27FC236}">
                <a16:creationId xmlns:a16="http://schemas.microsoft.com/office/drawing/2014/main" id="{4D8CD09D-F507-4A4D-A355-B6362304A5CA}"/>
              </a:ext>
            </a:extLst>
          </p:cNvPr>
          <p:cNvGrpSpPr/>
          <p:nvPr/>
        </p:nvGrpSpPr>
        <p:grpSpPr>
          <a:xfrm>
            <a:off x="1738648" y="158613"/>
            <a:ext cx="8264387" cy="1586775"/>
            <a:chOff x="0" y="2271014"/>
            <a:chExt cx="8264387" cy="1586775"/>
          </a:xfrm>
        </p:grpSpPr>
        <p:grpSp>
          <p:nvGrpSpPr>
            <p:cNvPr id="19" name="Group 18">
              <a:extLst>
                <a:ext uri="{FF2B5EF4-FFF2-40B4-BE49-F238E27FC236}">
                  <a16:creationId xmlns:a16="http://schemas.microsoft.com/office/drawing/2014/main" id="{4E1FCFF7-68F2-2BDE-F6A6-9FECCE90C5A3}"/>
                </a:ext>
              </a:extLst>
            </p:cNvPr>
            <p:cNvGrpSpPr/>
            <p:nvPr/>
          </p:nvGrpSpPr>
          <p:grpSpPr>
            <a:xfrm>
              <a:off x="0" y="2987977"/>
              <a:ext cx="8264387" cy="869812"/>
              <a:chOff x="0" y="2987977"/>
              <a:chExt cx="8264387" cy="869812"/>
            </a:xfrm>
          </p:grpSpPr>
          <p:pic>
            <p:nvPicPr>
              <p:cNvPr id="7172" name="Picture 4" descr="Cartoon Chair PNG Picture, Cartoon Chair Png Download, Chair, Small Chair,  Seat PNG Image For Free Download">
                <a:extLst>
                  <a:ext uri="{FF2B5EF4-FFF2-40B4-BE49-F238E27FC236}">
                    <a16:creationId xmlns:a16="http://schemas.microsoft.com/office/drawing/2014/main" id="{61BEFA98-77F8-EE7C-319A-4FE8179C9445}"/>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0" y="2987977"/>
                <a:ext cx="869812" cy="86981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Cartoon Chair PNG Picture, Cartoon Chair Png Download, Chair, Small Chair,  Seat PNG Image For Free Download">
                <a:extLst>
                  <a:ext uri="{FF2B5EF4-FFF2-40B4-BE49-F238E27FC236}">
                    <a16:creationId xmlns:a16="http://schemas.microsoft.com/office/drawing/2014/main" id="{8A5B1EE4-1D22-DD90-9D7E-C2EF3D8D5540}"/>
                  </a:ext>
                </a:extLst>
              </p:cNvPr>
              <p:cNvPicPr>
                <a:picLocks noChangeAspect="1" noChangeArrowheads="1"/>
              </p:cNvPicPr>
              <p:nvPr/>
            </p:nvPicPr>
            <p:blipFill>
              <a:blip r:embed="rId4">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1034318" y="2987977"/>
                <a:ext cx="869812" cy="86981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Cartoon Chair PNG Picture, Cartoon Chair Png Download, Chair, Small Chair,  Seat PNG Image For Free Download">
                <a:extLst>
                  <a:ext uri="{FF2B5EF4-FFF2-40B4-BE49-F238E27FC236}">
                    <a16:creationId xmlns:a16="http://schemas.microsoft.com/office/drawing/2014/main" id="{390FFF8C-46A5-D34D-D6BC-696F66838CFC}"/>
                  </a:ext>
                </a:extLst>
              </p:cNvPr>
              <p:cNvPicPr>
                <a:picLocks noChangeAspect="1" noChangeArrowheads="1"/>
              </p:cNvPicPr>
              <p:nvPr/>
            </p:nvPicPr>
            <p:blipFill>
              <a:blip r:embed="rId4">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2616273" y="2987977"/>
                <a:ext cx="869812" cy="86981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Cartoon Chair PNG Picture, Cartoon Chair Png Download, Chair, Small Chair,  Seat PNG Image For Free Download">
                <a:extLst>
                  <a:ext uri="{FF2B5EF4-FFF2-40B4-BE49-F238E27FC236}">
                    <a16:creationId xmlns:a16="http://schemas.microsoft.com/office/drawing/2014/main" id="{9D315449-F2D7-DCE8-97B5-40A9C11D70D4}"/>
                  </a:ext>
                </a:extLst>
              </p:cNvPr>
              <p:cNvPicPr>
                <a:picLocks noChangeAspect="1" noChangeArrowheads="1"/>
              </p:cNvPicPr>
              <p:nvPr/>
            </p:nvPicPr>
            <p:blipFill>
              <a:blip r:embed="rId4">
                <a:extLst>
                  <a:ext uri="{BEBA8EAE-BF5A-486C-A8C5-ECC9F3942E4B}">
                    <a14:imgProps xmlns:a14="http://schemas.microsoft.com/office/drawing/2010/main">
                      <a14:imgLayer r:embed="rId8">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4015739" y="2987977"/>
                <a:ext cx="869812" cy="86981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Cartoon Chair PNG Picture, Cartoon Chair Png Download, Chair, Small Chair,  Seat PNG Image For Free Download">
                <a:extLst>
                  <a:ext uri="{FF2B5EF4-FFF2-40B4-BE49-F238E27FC236}">
                    <a16:creationId xmlns:a16="http://schemas.microsoft.com/office/drawing/2014/main" id="{317A2BA6-EBB9-CAB5-7707-01F289E5E72A}"/>
                  </a:ext>
                </a:extLst>
              </p:cNvPr>
              <p:cNvPicPr>
                <a:picLocks noChangeAspect="1" noChangeArrowheads="1"/>
              </p:cNvPicPr>
              <p:nvPr/>
            </p:nvPicPr>
            <p:blipFill>
              <a:blip r:embed="rId4">
                <a:extLst>
                  <a:ext uri="{BEBA8EAE-BF5A-486C-A8C5-ECC9F3942E4B}">
                    <a14:imgProps xmlns:a14="http://schemas.microsoft.com/office/drawing/2010/main">
                      <a14:imgLayer r:embed="rId9">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5935985" y="2987977"/>
                <a:ext cx="869812" cy="86981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Cartoon Chair PNG Picture, Cartoon Chair Png Download, Chair, Small Chair,  Seat PNG Image For Free Download">
                <a:extLst>
                  <a:ext uri="{FF2B5EF4-FFF2-40B4-BE49-F238E27FC236}">
                    <a16:creationId xmlns:a16="http://schemas.microsoft.com/office/drawing/2014/main" id="{036178FF-AEB9-482B-8155-B3F8EEB2F1CD}"/>
                  </a:ext>
                </a:extLst>
              </p:cNvPr>
              <p:cNvPicPr>
                <a:picLocks noChangeAspect="1" noChangeArrowheads="1"/>
              </p:cNvPicPr>
              <p:nvPr/>
            </p:nvPicPr>
            <p:blipFill>
              <a:blip r:embed="rId4">
                <a:extLst>
                  <a:ext uri="{BEBA8EAE-BF5A-486C-A8C5-ECC9F3942E4B}">
                    <a14:imgProps xmlns:a14="http://schemas.microsoft.com/office/drawing/2010/main">
                      <a14:imgLayer r:embed="rId10">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394575" y="2987977"/>
                <a:ext cx="869812" cy="86981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0" name="Group 19">
              <a:extLst>
                <a:ext uri="{FF2B5EF4-FFF2-40B4-BE49-F238E27FC236}">
                  <a16:creationId xmlns:a16="http://schemas.microsoft.com/office/drawing/2014/main" id="{769069AC-47A7-A607-C96B-A58DE53EE0F7}"/>
                </a:ext>
              </a:extLst>
            </p:cNvPr>
            <p:cNvGrpSpPr/>
            <p:nvPr/>
          </p:nvGrpSpPr>
          <p:grpSpPr>
            <a:xfrm>
              <a:off x="116636" y="2271014"/>
              <a:ext cx="8023697" cy="682580"/>
              <a:chOff x="120345" y="2027934"/>
              <a:chExt cx="8023697" cy="682580"/>
            </a:xfrm>
          </p:grpSpPr>
          <p:sp>
            <p:nvSpPr>
              <p:cNvPr id="13" name="Rounded Rectangle 12">
                <a:extLst>
                  <a:ext uri="{FF2B5EF4-FFF2-40B4-BE49-F238E27FC236}">
                    <a16:creationId xmlns:a16="http://schemas.microsoft.com/office/drawing/2014/main" id="{16207915-6BAD-0FDD-4BDF-C26B79E73D68}"/>
                  </a:ext>
                </a:extLst>
              </p:cNvPr>
              <p:cNvSpPr/>
              <p:nvPr/>
            </p:nvSpPr>
            <p:spPr>
              <a:xfrm>
                <a:off x="120345" y="202793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4000" dirty="0"/>
                  <a:t>0</a:t>
                </a:r>
              </a:p>
            </p:txBody>
          </p:sp>
          <p:sp>
            <p:nvSpPr>
              <p:cNvPr id="14" name="Rounded Rectangle 13">
                <a:extLst>
                  <a:ext uri="{FF2B5EF4-FFF2-40B4-BE49-F238E27FC236}">
                    <a16:creationId xmlns:a16="http://schemas.microsoft.com/office/drawing/2014/main" id="{EE788793-4A64-65C4-1083-E6883F64C697}"/>
                  </a:ext>
                </a:extLst>
              </p:cNvPr>
              <p:cNvSpPr/>
              <p:nvPr/>
            </p:nvSpPr>
            <p:spPr>
              <a:xfrm>
                <a:off x="1113155" y="202793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4000" dirty="0"/>
                  <a:t>2</a:t>
                </a:r>
              </a:p>
            </p:txBody>
          </p:sp>
          <p:sp>
            <p:nvSpPr>
              <p:cNvPr id="15" name="Rounded Rectangle 14">
                <a:extLst>
                  <a:ext uri="{FF2B5EF4-FFF2-40B4-BE49-F238E27FC236}">
                    <a16:creationId xmlns:a16="http://schemas.microsoft.com/office/drawing/2014/main" id="{1C5AD8AD-BF6C-3353-3DE0-0B25CCCF779B}"/>
                  </a:ext>
                </a:extLst>
              </p:cNvPr>
              <p:cNvSpPr/>
              <p:nvPr/>
            </p:nvSpPr>
            <p:spPr>
              <a:xfrm>
                <a:off x="2707974" y="202793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4000" dirty="0"/>
                  <a:t>7</a:t>
                </a:r>
              </a:p>
            </p:txBody>
          </p:sp>
          <p:sp>
            <p:nvSpPr>
              <p:cNvPr id="16" name="Rounded Rectangle 15">
                <a:extLst>
                  <a:ext uri="{FF2B5EF4-FFF2-40B4-BE49-F238E27FC236}">
                    <a16:creationId xmlns:a16="http://schemas.microsoft.com/office/drawing/2014/main" id="{7691130A-7DC3-233F-14C7-B02768357A33}"/>
                  </a:ext>
                </a:extLst>
              </p:cNvPr>
              <p:cNvSpPr/>
              <p:nvPr/>
            </p:nvSpPr>
            <p:spPr>
              <a:xfrm>
                <a:off x="4136084" y="202793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dirty="0"/>
                  <a:t>10</a:t>
                </a:r>
              </a:p>
            </p:txBody>
          </p:sp>
          <p:sp>
            <p:nvSpPr>
              <p:cNvPr id="17" name="Rounded Rectangle 16">
                <a:extLst>
                  <a:ext uri="{FF2B5EF4-FFF2-40B4-BE49-F238E27FC236}">
                    <a16:creationId xmlns:a16="http://schemas.microsoft.com/office/drawing/2014/main" id="{5D6045F6-BC29-DCF0-761D-D24B5A0FEA95}"/>
                  </a:ext>
                </a:extLst>
              </p:cNvPr>
              <p:cNvSpPr/>
              <p:nvPr/>
            </p:nvSpPr>
            <p:spPr>
              <a:xfrm>
                <a:off x="6096023" y="202793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dirty="0"/>
                  <a:t>18</a:t>
                </a:r>
              </a:p>
            </p:txBody>
          </p:sp>
          <p:sp>
            <p:nvSpPr>
              <p:cNvPr id="18" name="Rounded Rectangle 17">
                <a:extLst>
                  <a:ext uri="{FF2B5EF4-FFF2-40B4-BE49-F238E27FC236}">
                    <a16:creationId xmlns:a16="http://schemas.microsoft.com/office/drawing/2014/main" id="{825F4CA3-5EEB-7505-B7EA-D8A323CDF4B5}"/>
                  </a:ext>
                </a:extLst>
              </p:cNvPr>
              <p:cNvSpPr/>
              <p:nvPr/>
            </p:nvSpPr>
            <p:spPr>
              <a:xfrm>
                <a:off x="7514920" y="202793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dirty="0"/>
                  <a:t>22</a:t>
                </a:r>
              </a:p>
            </p:txBody>
          </p:sp>
        </p:grpSp>
      </p:grpSp>
      <p:pic>
        <p:nvPicPr>
          <p:cNvPr id="22" name="Picture 2" descr="Texas State University Boko the Bobcat Mascot Full Size Logo Car Decal  Bumper Sticker - Etsy">
            <a:extLst>
              <a:ext uri="{FF2B5EF4-FFF2-40B4-BE49-F238E27FC236}">
                <a16:creationId xmlns:a16="http://schemas.microsoft.com/office/drawing/2014/main" id="{960F0F44-2E6E-A126-62EB-DEDAD091E7B4}"/>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2715631" y="2467776"/>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Texas State University Boko the Bobcat Mascot Full Size Logo Car Decal  Bumper Sticker - Etsy">
            <a:extLst>
              <a:ext uri="{FF2B5EF4-FFF2-40B4-BE49-F238E27FC236}">
                <a16:creationId xmlns:a16="http://schemas.microsoft.com/office/drawing/2014/main" id="{635A4532-D53F-A3F8-8D99-EA9CB7B402F8}"/>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4320654" y="2467775"/>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Texas State University Boko the Bobcat Mascot Full Size Logo Car Decal  Bumper Sticker - Etsy">
            <a:extLst>
              <a:ext uri="{FF2B5EF4-FFF2-40B4-BE49-F238E27FC236}">
                <a16:creationId xmlns:a16="http://schemas.microsoft.com/office/drawing/2014/main" id="{B8654891-29A7-C5B0-69F5-E4EA3D5037F5}"/>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5711581" y="2467775"/>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Texas State University Boko the Bobcat Mascot Full Size Logo Car Decal  Bumper Sticker - Etsy">
            <a:extLst>
              <a:ext uri="{FF2B5EF4-FFF2-40B4-BE49-F238E27FC236}">
                <a16:creationId xmlns:a16="http://schemas.microsoft.com/office/drawing/2014/main" id="{2C619023-FC8C-88C8-EE12-3C43400FC6C6}"/>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7687512" y="2467774"/>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Texas State University Boko the Bobcat Mascot Full Size Logo Car Decal  Bumper Sticker - Etsy">
            <a:extLst>
              <a:ext uri="{FF2B5EF4-FFF2-40B4-BE49-F238E27FC236}">
                <a16:creationId xmlns:a16="http://schemas.microsoft.com/office/drawing/2014/main" id="{1BF3637A-E6D5-A040-97AB-647A2665D3C8}"/>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1700672" y="3470405"/>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Texas State University Boko the Bobcat Mascot Full Size Logo Car Decal  Bumper Sticker - Etsy">
            <a:extLst>
              <a:ext uri="{FF2B5EF4-FFF2-40B4-BE49-F238E27FC236}">
                <a16:creationId xmlns:a16="http://schemas.microsoft.com/office/drawing/2014/main" id="{D342CB1F-4CF8-BF20-675B-661FA3D2D160}"/>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4288301" y="3470404"/>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Texas State University Boko the Bobcat Mascot Full Size Logo Car Decal  Bumper Sticker - Etsy">
            <a:extLst>
              <a:ext uri="{FF2B5EF4-FFF2-40B4-BE49-F238E27FC236}">
                <a16:creationId xmlns:a16="http://schemas.microsoft.com/office/drawing/2014/main" id="{4BADD26F-6546-2CD6-A7AF-3831713C6ABF}"/>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5767266" y="3470403"/>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Texas State University Boko the Bobcat Mascot Full Size Logo Car Decal  Bumper Sticker - Etsy">
            <a:extLst>
              <a:ext uri="{FF2B5EF4-FFF2-40B4-BE49-F238E27FC236}">
                <a16:creationId xmlns:a16="http://schemas.microsoft.com/office/drawing/2014/main" id="{17804478-FE46-C308-63FD-0FBD69C3F559}"/>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7687512" y="3470403"/>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Texas State University Boko the Bobcat Mascot Full Size Logo Car Decal  Bumper Sticker - Etsy">
            <a:extLst>
              <a:ext uri="{FF2B5EF4-FFF2-40B4-BE49-F238E27FC236}">
                <a16:creationId xmlns:a16="http://schemas.microsoft.com/office/drawing/2014/main" id="{FB596731-61A4-FE6E-C846-86658213DA86}"/>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9095247" y="3470402"/>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Texas State University Boko the Bobcat Mascot Full Size Logo Car Decal  Bumper Sticker - Etsy">
            <a:extLst>
              <a:ext uri="{FF2B5EF4-FFF2-40B4-BE49-F238E27FC236}">
                <a16:creationId xmlns:a16="http://schemas.microsoft.com/office/drawing/2014/main" id="{2753640C-0557-388D-D55B-97E2FD9EBBC8}"/>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1657235" y="4473034"/>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Texas State University Boko the Bobcat Mascot Full Size Logo Car Decal  Bumper Sticker - Etsy">
            <a:extLst>
              <a:ext uri="{FF2B5EF4-FFF2-40B4-BE49-F238E27FC236}">
                <a16:creationId xmlns:a16="http://schemas.microsoft.com/office/drawing/2014/main" id="{548A26D5-443F-AF3A-01ED-D46725BD192A}"/>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4244864" y="4473033"/>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Texas State University Boko the Bobcat Mascot Full Size Logo Car Decal  Bumper Sticker - Etsy">
            <a:extLst>
              <a:ext uri="{FF2B5EF4-FFF2-40B4-BE49-F238E27FC236}">
                <a16:creationId xmlns:a16="http://schemas.microsoft.com/office/drawing/2014/main" id="{1B7D9CCC-C77E-ADF0-1DC2-4E0CA0831BEE}"/>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7687512" y="4473032"/>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Texas State University Boko the Bobcat Mascot Full Size Logo Car Decal  Bumper Sticker - Etsy">
            <a:extLst>
              <a:ext uri="{FF2B5EF4-FFF2-40B4-BE49-F238E27FC236}">
                <a16:creationId xmlns:a16="http://schemas.microsoft.com/office/drawing/2014/main" id="{95606613-2816-9041-634C-19512161F037}"/>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9095247" y="4473032"/>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 descr="Texas State University Boko the Bobcat Mascot Full Size Logo Car Decal  Bumper Sticker - Etsy">
            <a:extLst>
              <a:ext uri="{FF2B5EF4-FFF2-40B4-BE49-F238E27FC236}">
                <a16:creationId xmlns:a16="http://schemas.microsoft.com/office/drawing/2014/main" id="{EDAA74FB-BCE6-90B0-932C-E63D3D67D881}"/>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5726495" y="4473031"/>
            <a:ext cx="964104" cy="1002631"/>
          </a:xfrm>
          <a:prstGeom prst="rect">
            <a:avLst/>
          </a:prstGeom>
          <a:noFill/>
          <a:extLst>
            <a:ext uri="{909E8E84-426E-40DD-AFC4-6F175D3DCCD1}">
              <a14:hiddenFill xmlns:a14="http://schemas.microsoft.com/office/drawing/2010/main">
                <a:solidFill>
                  <a:srgbClr val="FFFFFF"/>
                </a:solidFill>
              </a14:hiddenFill>
            </a:ext>
          </a:extLst>
        </p:spPr>
      </p:pic>
      <p:sp>
        <p:nvSpPr>
          <p:cNvPr id="52" name="TextBox 51">
            <a:extLst>
              <a:ext uri="{FF2B5EF4-FFF2-40B4-BE49-F238E27FC236}">
                <a16:creationId xmlns:a16="http://schemas.microsoft.com/office/drawing/2014/main" id="{292E4F29-0E54-330A-6D8F-B42E6E12BFB6}"/>
              </a:ext>
            </a:extLst>
          </p:cNvPr>
          <p:cNvSpPr txBox="1"/>
          <p:nvPr/>
        </p:nvSpPr>
        <p:spPr>
          <a:xfrm>
            <a:off x="25709" y="557636"/>
            <a:ext cx="1685974" cy="923330"/>
          </a:xfrm>
          <a:prstGeom prst="rect">
            <a:avLst/>
          </a:prstGeom>
          <a:noFill/>
        </p:spPr>
        <p:txBody>
          <a:bodyPr wrap="none" rtlCol="0">
            <a:spAutoFit/>
          </a:bodyPr>
          <a:lstStyle/>
          <a:p>
            <a:r>
              <a:rPr lang="en-US" b="1" i="1" dirty="0">
                <a:solidFill>
                  <a:schemeClr val="bg1"/>
                </a:solidFill>
              </a:rPr>
              <a:t>Can we </a:t>
            </a:r>
          </a:p>
          <a:p>
            <a:r>
              <a:rPr lang="en-US" b="1" i="1" dirty="0">
                <a:solidFill>
                  <a:schemeClr val="bg1"/>
                </a:solidFill>
              </a:rPr>
              <a:t>place them </a:t>
            </a:r>
          </a:p>
          <a:p>
            <a:r>
              <a:rPr lang="en-US" b="1" i="1" dirty="0">
                <a:solidFill>
                  <a:schemeClr val="bg1"/>
                </a:solidFill>
              </a:rPr>
              <a:t>by… distance?</a:t>
            </a:r>
          </a:p>
        </p:txBody>
      </p:sp>
      <p:sp>
        <p:nvSpPr>
          <p:cNvPr id="53" name="TextBox 52">
            <a:extLst>
              <a:ext uri="{FF2B5EF4-FFF2-40B4-BE49-F238E27FC236}">
                <a16:creationId xmlns:a16="http://schemas.microsoft.com/office/drawing/2014/main" id="{A89F8884-98F5-C326-1AB9-FF32782A5E0B}"/>
              </a:ext>
            </a:extLst>
          </p:cNvPr>
          <p:cNvSpPr txBox="1"/>
          <p:nvPr/>
        </p:nvSpPr>
        <p:spPr>
          <a:xfrm>
            <a:off x="545315" y="2687282"/>
            <a:ext cx="1260281" cy="584775"/>
          </a:xfrm>
          <a:prstGeom prst="rect">
            <a:avLst/>
          </a:prstGeom>
          <a:noFill/>
        </p:spPr>
        <p:txBody>
          <a:bodyPr wrap="none" rtlCol="0">
            <a:spAutoFit/>
          </a:bodyPr>
          <a:lstStyle/>
          <a:p>
            <a:r>
              <a:rPr lang="en-US" sz="3200" b="1" i="1" dirty="0"/>
              <a:t>1 Unit</a:t>
            </a:r>
          </a:p>
        </p:txBody>
      </p:sp>
      <p:sp>
        <p:nvSpPr>
          <p:cNvPr id="54" name="TextBox 53">
            <a:extLst>
              <a:ext uri="{FF2B5EF4-FFF2-40B4-BE49-F238E27FC236}">
                <a16:creationId xmlns:a16="http://schemas.microsoft.com/office/drawing/2014/main" id="{077534C6-ECF3-6E9E-5390-3EEC94149E34}"/>
              </a:ext>
            </a:extLst>
          </p:cNvPr>
          <p:cNvSpPr txBox="1"/>
          <p:nvPr/>
        </p:nvSpPr>
        <p:spPr>
          <a:xfrm>
            <a:off x="491246" y="3769207"/>
            <a:ext cx="1260281" cy="584775"/>
          </a:xfrm>
          <a:prstGeom prst="rect">
            <a:avLst/>
          </a:prstGeom>
          <a:noFill/>
        </p:spPr>
        <p:txBody>
          <a:bodyPr wrap="none" rtlCol="0">
            <a:spAutoFit/>
          </a:bodyPr>
          <a:lstStyle/>
          <a:p>
            <a:r>
              <a:rPr lang="en-US" sz="3200" b="1" i="1" dirty="0"/>
              <a:t>2 Unit</a:t>
            </a:r>
          </a:p>
        </p:txBody>
      </p:sp>
      <p:sp>
        <p:nvSpPr>
          <p:cNvPr id="55" name="TextBox 54">
            <a:extLst>
              <a:ext uri="{FF2B5EF4-FFF2-40B4-BE49-F238E27FC236}">
                <a16:creationId xmlns:a16="http://schemas.microsoft.com/office/drawing/2014/main" id="{7AC4D1D5-F92E-0909-08BB-047A4FA1479F}"/>
              </a:ext>
            </a:extLst>
          </p:cNvPr>
          <p:cNvSpPr txBox="1"/>
          <p:nvPr/>
        </p:nvSpPr>
        <p:spPr>
          <a:xfrm>
            <a:off x="545314" y="4771833"/>
            <a:ext cx="1260281" cy="584775"/>
          </a:xfrm>
          <a:prstGeom prst="rect">
            <a:avLst/>
          </a:prstGeom>
          <a:noFill/>
        </p:spPr>
        <p:txBody>
          <a:bodyPr wrap="none" rtlCol="0">
            <a:spAutoFit/>
          </a:bodyPr>
          <a:lstStyle/>
          <a:p>
            <a:r>
              <a:rPr lang="en-US" sz="3200" b="1" i="1" dirty="0"/>
              <a:t>3 Unit</a:t>
            </a:r>
          </a:p>
        </p:txBody>
      </p:sp>
      <p:pic>
        <p:nvPicPr>
          <p:cNvPr id="6" name="Graphic 5" descr="Fencing with solid fill">
            <a:extLst>
              <a:ext uri="{FF2B5EF4-FFF2-40B4-BE49-F238E27FC236}">
                <a16:creationId xmlns:a16="http://schemas.microsoft.com/office/drawing/2014/main" id="{A7FED2F3-7F0F-A7CF-E287-47F5B55F8F0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946006" y="1480966"/>
            <a:ext cx="2097970" cy="2097970"/>
          </a:xfrm>
          <a:prstGeom prst="rect">
            <a:avLst/>
          </a:prstGeom>
        </p:spPr>
      </p:pic>
      <p:pic>
        <p:nvPicPr>
          <p:cNvPr id="41" name="Graphic 40" descr="Handshake with solid fill">
            <a:extLst>
              <a:ext uri="{FF2B5EF4-FFF2-40B4-BE49-F238E27FC236}">
                <a16:creationId xmlns:a16="http://schemas.microsoft.com/office/drawing/2014/main" id="{7F650DFE-AE14-B150-2279-67F094C29B0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013485" y="3971717"/>
            <a:ext cx="2097969" cy="2097969"/>
          </a:xfrm>
          <a:prstGeom prst="rect">
            <a:avLst/>
          </a:prstGeom>
        </p:spPr>
      </p:pic>
    </p:spTree>
    <p:extLst>
      <p:ext uri="{BB962C8B-B14F-4D97-AF65-F5344CB8AC3E}">
        <p14:creationId xmlns:p14="http://schemas.microsoft.com/office/powerpoint/2010/main" val="407892836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97C96A6C-BBC5-1629-469C-185CCC4407C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20EE1EF-7C31-EFA8-D76B-40F7CE30E033}"/>
              </a:ext>
            </a:extLst>
          </p:cNvPr>
          <p:cNvSpPr txBox="1"/>
          <p:nvPr/>
        </p:nvSpPr>
        <p:spPr>
          <a:xfrm>
            <a:off x="1711241" y="3044279"/>
            <a:ext cx="8769517" cy="769441"/>
          </a:xfrm>
          <a:prstGeom prst="rect">
            <a:avLst/>
          </a:prstGeom>
          <a:noFill/>
        </p:spPr>
        <p:txBody>
          <a:bodyPr wrap="none" rtlCol="0">
            <a:spAutoFit/>
          </a:bodyPr>
          <a:lstStyle/>
          <a:p>
            <a:pPr algn="ctr"/>
            <a:r>
              <a:rPr lang="en-US" sz="4400" dirty="0" err="1">
                <a:solidFill>
                  <a:srgbClr val="FFC000"/>
                </a:solidFill>
              </a:rPr>
              <a:t>arr</a:t>
            </a:r>
            <a:r>
              <a:rPr lang="en-US" sz="4400" dirty="0">
                <a:solidFill>
                  <a:srgbClr val="FFC000"/>
                </a:solidFill>
              </a:rPr>
              <a:t> [] = [ 0, 3, 4, 7,9, 10], bobcats = 4</a:t>
            </a:r>
            <a:endParaRPr lang="en-US" sz="4400" dirty="0"/>
          </a:p>
        </p:txBody>
      </p:sp>
      <p:sp>
        <p:nvSpPr>
          <p:cNvPr id="36" name="TextBox 35">
            <a:extLst>
              <a:ext uri="{FF2B5EF4-FFF2-40B4-BE49-F238E27FC236}">
                <a16:creationId xmlns:a16="http://schemas.microsoft.com/office/drawing/2014/main" id="{987F9050-C171-29F6-2E20-28EF4B348DD8}"/>
              </a:ext>
            </a:extLst>
          </p:cNvPr>
          <p:cNvSpPr txBox="1"/>
          <p:nvPr/>
        </p:nvSpPr>
        <p:spPr>
          <a:xfrm>
            <a:off x="543190" y="4979969"/>
            <a:ext cx="11105618" cy="830997"/>
          </a:xfrm>
          <a:prstGeom prst="rect">
            <a:avLst/>
          </a:prstGeom>
          <a:noFill/>
        </p:spPr>
        <p:txBody>
          <a:bodyPr wrap="square" rtlCol="0">
            <a:spAutoFit/>
          </a:bodyPr>
          <a:lstStyle/>
          <a:p>
            <a:pPr algn="ctr"/>
            <a:r>
              <a:rPr lang="en-US" sz="2400" dirty="0">
                <a:solidFill>
                  <a:srgbClr val="FFC000"/>
                </a:solidFill>
              </a:rPr>
              <a:t>What is the maximum minimum distance you can place 4 bobcats together given above placements?</a:t>
            </a:r>
            <a:endParaRPr lang="en-US" sz="2400" dirty="0"/>
          </a:p>
        </p:txBody>
      </p:sp>
    </p:spTree>
    <p:extLst>
      <p:ext uri="{BB962C8B-B14F-4D97-AF65-F5344CB8AC3E}">
        <p14:creationId xmlns:p14="http://schemas.microsoft.com/office/powerpoint/2010/main" val="273397872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E5CE91DE-3784-904C-1A93-14216FC6DB9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F9E9E03-687A-DB35-B63F-7613BFA3BE97}"/>
              </a:ext>
            </a:extLst>
          </p:cNvPr>
          <p:cNvSpPr txBox="1"/>
          <p:nvPr/>
        </p:nvSpPr>
        <p:spPr>
          <a:xfrm>
            <a:off x="171150" y="3044279"/>
            <a:ext cx="11849718" cy="2062103"/>
          </a:xfrm>
          <a:prstGeom prst="rect">
            <a:avLst/>
          </a:prstGeom>
          <a:noFill/>
        </p:spPr>
        <p:txBody>
          <a:bodyPr wrap="none" rtlCol="0">
            <a:spAutoFit/>
          </a:bodyPr>
          <a:lstStyle/>
          <a:p>
            <a:pPr algn="ctr"/>
            <a:r>
              <a:rPr lang="en-US" sz="4000" dirty="0" err="1">
                <a:solidFill>
                  <a:srgbClr val="FFC000"/>
                </a:solidFill>
              </a:rPr>
              <a:t>arr</a:t>
            </a:r>
            <a:r>
              <a:rPr lang="en-US" sz="4000" dirty="0">
                <a:solidFill>
                  <a:srgbClr val="FFC000"/>
                </a:solidFill>
              </a:rPr>
              <a:t> [] = [ 0, 3, 4, 7,9, …..99….845……1M……100M…2B]</a:t>
            </a:r>
          </a:p>
          <a:p>
            <a:pPr algn="ctr"/>
            <a:endParaRPr lang="en-US" sz="4400" dirty="0">
              <a:solidFill>
                <a:srgbClr val="FFC000"/>
              </a:solidFill>
            </a:endParaRPr>
          </a:p>
          <a:p>
            <a:pPr algn="ctr"/>
            <a:r>
              <a:rPr lang="en-US" sz="4400" dirty="0">
                <a:solidFill>
                  <a:schemeClr val="bg1"/>
                </a:solidFill>
              </a:rPr>
              <a:t>4 bobcats, what is that minimum?</a:t>
            </a:r>
          </a:p>
        </p:txBody>
      </p:sp>
      <p:sp>
        <p:nvSpPr>
          <p:cNvPr id="36" name="TextBox 35">
            <a:extLst>
              <a:ext uri="{FF2B5EF4-FFF2-40B4-BE49-F238E27FC236}">
                <a16:creationId xmlns:a16="http://schemas.microsoft.com/office/drawing/2014/main" id="{47A4FAA8-654F-0F5D-45B8-03AFE2EA9B7C}"/>
              </a:ext>
            </a:extLst>
          </p:cNvPr>
          <p:cNvSpPr txBox="1"/>
          <p:nvPr/>
        </p:nvSpPr>
        <p:spPr>
          <a:xfrm>
            <a:off x="543190" y="4979969"/>
            <a:ext cx="11105618" cy="830997"/>
          </a:xfrm>
          <a:prstGeom prst="rect">
            <a:avLst/>
          </a:prstGeom>
          <a:noFill/>
        </p:spPr>
        <p:txBody>
          <a:bodyPr wrap="square" rtlCol="0">
            <a:spAutoFit/>
          </a:bodyPr>
          <a:lstStyle/>
          <a:p>
            <a:pPr algn="ctr"/>
            <a:r>
              <a:rPr lang="en-US" sz="2400" dirty="0">
                <a:solidFill>
                  <a:srgbClr val="FFC000"/>
                </a:solidFill>
              </a:rPr>
              <a:t>What is the maximum minimum distance you can place 4 bobcats together given above placements?</a:t>
            </a:r>
            <a:endParaRPr lang="en-US" sz="2400" dirty="0"/>
          </a:p>
        </p:txBody>
      </p:sp>
    </p:spTree>
    <p:extLst>
      <p:ext uri="{BB962C8B-B14F-4D97-AF65-F5344CB8AC3E}">
        <p14:creationId xmlns:p14="http://schemas.microsoft.com/office/powerpoint/2010/main" val="11966929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6756</TotalTime>
  <Words>1926</Words>
  <Application>Microsoft Macintosh PowerPoint</Application>
  <PresentationFormat>Widescreen</PresentationFormat>
  <Paragraphs>404</Paragraphs>
  <Slides>73</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73</vt:i4>
      </vt:variant>
    </vt:vector>
  </HeadingPairs>
  <TitlesOfParts>
    <vt:vector size="80" baseType="lpstr">
      <vt:lpstr>Aptos</vt:lpstr>
      <vt:lpstr>Aptos Display</vt:lpstr>
      <vt:lpstr>Arial</vt:lpstr>
      <vt:lpstr>Cambria Math</vt:lpstr>
      <vt:lpstr>Inter</vt:lpstr>
      <vt:lpstr>Söhne</vt:lpstr>
      <vt:lpstr>Office Theme</vt:lpstr>
      <vt:lpstr>Algorithm &amp; Analysis Sorting, Searching, Divide &amp; Conquer, Analysis</vt:lpstr>
      <vt:lpstr>Sorting</vt:lpstr>
      <vt:lpstr>Why?</vt:lpstr>
      <vt:lpstr>PowerPoint Presentation</vt:lpstr>
      <vt:lpstr>PowerPoint Presentation</vt:lpstr>
      <vt:lpstr>PowerPoint Presentation</vt:lpstr>
      <vt:lpstr>SelectionSort</vt:lpstr>
      <vt:lpstr>PowerPoint Presentation</vt:lpstr>
      <vt:lpstr>How many times this would run?</vt:lpstr>
      <vt:lpstr>Complexity Analysis</vt:lpstr>
      <vt:lpstr>PowerPoint Presentation</vt:lpstr>
      <vt:lpstr>Complexity Analysis</vt:lpstr>
      <vt:lpstr>What  is  Big-Theta  here?</vt:lpstr>
      <vt:lpstr>What  is  Big-Theta  here?</vt:lpstr>
      <vt:lpstr>InsertionSort</vt:lpstr>
      <vt:lpstr>PowerPoint Presentation</vt:lpstr>
      <vt:lpstr>PowerPoint Presentation</vt:lpstr>
      <vt:lpstr>BubbleSort</vt:lpstr>
      <vt:lpstr>PowerPoint Presentation</vt:lpstr>
      <vt:lpstr>PowerPoint Presentation</vt:lpstr>
      <vt:lpstr>QuickSort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BUT HOW TO SOLVE?</vt:lpstr>
      <vt:lpstr>QuickSort</vt:lpstr>
      <vt:lpstr>Algorithms | Divide &amp; Conquer</vt:lpstr>
      <vt:lpstr>PowerPoint Presentation</vt:lpstr>
      <vt:lpstr>PowerPoint Presentation</vt:lpstr>
      <vt:lpstr>PowerPoint Presentation</vt:lpstr>
      <vt:lpstr>PowerPoint Presentation</vt:lpstr>
      <vt:lpstr>PowerPoint Presentation</vt:lpstr>
      <vt:lpstr>PowerPoint Presentation</vt:lpstr>
      <vt:lpstr>Searching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Can we improve? (Let’s think linearly one more time)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Functions, Arrays, Vectors, Lists and for-loops</dc:title>
  <dc:creator>Bhandari, Keshav</dc:creator>
  <cp:lastModifiedBy>MUDLEAF TEAm</cp:lastModifiedBy>
  <cp:revision>44</cp:revision>
  <dcterms:created xsi:type="dcterms:W3CDTF">2024-01-18T13:32:16Z</dcterms:created>
  <dcterms:modified xsi:type="dcterms:W3CDTF">2026-03-11T19:59:31Z</dcterms:modified>
</cp:coreProperties>
</file>